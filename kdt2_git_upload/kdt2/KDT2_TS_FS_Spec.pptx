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  <p:sldMasterId id="2147483681" r:id="rId3"/>
  </p:sldMasterIdLst>
  <p:sldIdLst>
    <p:sldId id="969" r:id="rId4"/>
    <p:sldId id="976" r:id="rId5"/>
    <p:sldId id="970" r:id="rId6"/>
    <p:sldId id="949" r:id="rId7"/>
    <p:sldId id="951" r:id="rId8"/>
    <p:sldId id="952" r:id="rId9"/>
    <p:sldId id="977" r:id="rId10"/>
    <p:sldId id="971" r:id="rId11"/>
    <p:sldId id="953" r:id="rId12"/>
    <p:sldId id="955" r:id="rId13"/>
    <p:sldId id="956" r:id="rId14"/>
    <p:sldId id="978" r:id="rId15"/>
    <p:sldId id="972" r:id="rId16"/>
    <p:sldId id="957" r:id="rId17"/>
    <p:sldId id="959" r:id="rId18"/>
    <p:sldId id="960" r:id="rId19"/>
    <p:sldId id="979" r:id="rId20"/>
    <p:sldId id="973" r:id="rId21"/>
    <p:sldId id="961" r:id="rId22"/>
    <p:sldId id="967" r:id="rId23"/>
    <p:sldId id="963" r:id="rId24"/>
    <p:sldId id="964" r:id="rId25"/>
    <p:sldId id="980" r:id="rId26"/>
    <p:sldId id="981" r:id="rId27"/>
  </p:sldIdLst>
  <p:sldSz cx="12192000" cy="6858000"/>
  <p:notesSz cx="6858000" cy="9144000"/>
  <p:embeddedFontLst>
    <p:embeddedFont>
      <p:font typeface="Paperlogy 3 Light" pitchFamily="2" charset="-127"/>
      <p:regular r:id="rId28"/>
    </p:embeddedFont>
    <p:embeddedFont>
      <p:font typeface="Paperlogy 4 Regular" pitchFamily="2" charset="-127"/>
      <p:regular r:id="rId29"/>
    </p:embeddedFont>
    <p:embeddedFont>
      <p:font typeface="Paperlogy 5 Medium" pitchFamily="2" charset="-127"/>
      <p:regular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맑은 고딕" panose="020B0503020000020004" pitchFamily="50" charset="-127"/>
      <p:regular r:id="rId35"/>
      <p:bold r:id="rId36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60" y="1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F6F1C-9CB2-B114-C504-04D922917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09C30B-C1C8-4478-3DE0-3B964007C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ED8219-A921-972B-60B8-0FA59147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83BB89-F337-2675-2BBD-22A182DD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C97923-9BA8-DF82-64C3-0968B2A78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91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57C12-17A3-59AB-224A-FF34E8E9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DD02D6-5384-6F8C-C6A4-2049B6B23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47A30E-AC6B-7976-106F-457C8F0B7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87FFF-87DA-A561-8AD1-C4428DA4C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D7F8C7-2DF0-D2ED-4112-39AB1D3C5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723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6103E-DE42-C7C7-11EC-BF24DCC8F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87A3C8-C119-E3DD-1A4D-893CF09C7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7E8974-6C6D-A39E-0D38-6F244B89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AFFEED-30B6-8530-2EFF-4B676DA6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862B3A-58DF-B39E-BE79-8EF0519B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188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23612-6FDD-051A-D4AA-7760ACEE4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9EEFB1-50B0-7ADE-B3A7-3B1CF134F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35B309-9B13-EE4E-CA5C-1C0359285D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D9F966-1D9D-CE02-9DE8-DFE1E8E4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3948EC-1765-C977-3702-C8CB06BB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72A28C-E495-72A4-5C4A-AA80860D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8702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880A5C-475D-E4D0-1C5B-5960059A7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7DDD9-FAFC-6227-83DD-74294E3BA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7496B0-29F9-A8C1-ADE5-3E945BFAFD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2AB0D0-E15A-92E5-9333-E8E636EEFB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FBD4C2-643A-99FE-809C-D8A78A77B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C0CFB9-B246-AB81-7901-845820342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21B7AA-4239-FDA5-7CA4-A2761DA3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4F5B31-1364-C981-9745-C7603254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2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04E8B8-6A5E-1E0B-5FB3-40EBA4E49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35C978-10E9-5FDE-B8F4-D3703DF7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57D32-72D6-790B-9B5E-F7DE7DEE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1F287F-38F6-34B5-F58C-FE454EBC4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439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55F648-4811-CD66-DF9D-731BB936E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EE75EE-B751-FEA2-5CC5-A1A4CD9FF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C287C-0DF2-C8E2-EB96-84C561AB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890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EEE10-E66C-FAE3-EA92-31D21B671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03C2C2-37F7-B402-33F6-B8363A1CD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D2C628-5ABE-3A22-C319-CC5E7359C5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EA6F79-530E-EB9C-B920-351A76D5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FB6A18-A313-C8B4-5EDD-85790E98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2201BE-FC74-B13F-7F28-7E5A31A94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592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286596-6C7C-51D9-6008-61214B30E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6879D1-9B32-606E-90A3-B1EEA2269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4A3AE9-9276-4BD3-8F5D-05839E4AB0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AC0EC7-A7C8-BE5D-DE37-191E71A9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947606-9E45-2749-A2D2-F646AAED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4FAEFC-306E-C189-D2E1-B40BFB49A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1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18724-514B-A22E-71C6-E48172EDB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A88110-7485-1BDF-385D-D5EBBE739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3570D-01BC-A2E1-8379-8EE82682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E310AF-7F76-9394-6CAD-E8B22AF49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F950FA-D2F2-A013-EF93-C5E081C2F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85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DE95B18-6A3E-9540-5B9B-B7942C83C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1B0F045-E4D9-B545-5858-B06CDBB46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743D12-F280-2872-7B49-DD7439B19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746892-E444-55BF-E410-6D56E78D5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47CA-690A-1338-EBFA-CF03D24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273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Image or Illustr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3550511" name="SAP Logo Placeholder" descr="{&quot;templafy&quot;:{&quot;id&quot;:&quot;5dbbf9d0-c433-4ef7-a13b-dfc772cb793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17" y="6053328"/>
            <a:ext cx="2207861" cy="532020"/>
          </a:xfrm>
          <a:prstGeom prst="rect">
            <a:avLst/>
          </a:prstGeom>
        </p:spPr>
      </p:pic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37451236-BF8E-934B-B7DE-1ADB8A004F3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01" y="6161088"/>
            <a:ext cx="953840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 dirty="0"/>
              <a:t>Add partner </a:t>
            </a:r>
            <a:br>
              <a:rPr lang="en-US" dirty="0"/>
            </a:br>
            <a:r>
              <a:rPr lang="en-US" dirty="0"/>
              <a:t>logo and alt text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287925" y="4024430"/>
            <a:ext cx="10896336" cy="997196"/>
          </a:xfrm>
        </p:spPr>
        <p:txBody>
          <a:bodyPr vert="horz" wrap="square" lIns="0" tIns="0" rIns="0" bIns="0" rtlCol="0">
            <a:noAutofit/>
          </a:bodyPr>
          <a:lstStyle>
            <a:lvl1pPr>
              <a:lnSpc>
                <a:spcPct val="90000"/>
              </a:lnSpc>
              <a:defRPr lang="de-DE" sz="3599" dirty="0"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FA78832-C268-4EC5-BB82-7F9D7F5B51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-1"/>
            <a:ext cx="12192000" cy="34308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TextBox 9" descr="{&quot;templafy&quot;:{&quot;id&quot;:&quot;28a4b035-455a-4c6e-a43b-ddc9262d344d&quot;}}">
            <a:extLst>
              <a:ext uri="{FF2B5EF4-FFF2-40B4-BE49-F238E27FC236}">
                <a16:creationId xmlns:a16="http://schemas.microsoft.com/office/drawing/2014/main" id="{798F9B08-2B9F-444B-8020-ACD960A0FAE7}"/>
              </a:ext>
            </a:extLst>
          </p:cNvPr>
          <p:cNvSpPr txBox="1"/>
          <p:nvPr userDrawn="1"/>
        </p:nvSpPr>
        <p:spPr>
          <a:xfrm>
            <a:off x="282501" y="5725533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 dirty="0"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Public</a:t>
            </a:r>
          </a:p>
        </p:txBody>
      </p:sp>
      <p:pic>
        <p:nvPicPr>
          <p:cNvPr id="700552121" name="Acquired Company Logo Placeholder" descr="{&quot;templafy&quot;:{&quot;id&quot;:&quot;05fc881c-6e8f-4923-aeab-cbc9693ee39d&quot;}}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01" y="3590141"/>
            <a:ext cx="4124850" cy="26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03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505">
          <p15:clr>
            <a:srgbClr val="FBAE40"/>
          </p15:clr>
        </p15:guide>
        <p15:guide id="2" orient="horz" pos="4144">
          <p15:clr>
            <a:srgbClr val="FBAE40"/>
          </p15:clr>
        </p15:guide>
        <p15:guide id="3" orient="horz" pos="2162">
          <p15:clr>
            <a:srgbClr val="FBAE40"/>
          </p15:clr>
        </p15:guide>
        <p15:guide id="4" pos="181">
          <p15:clr>
            <a:srgbClr val="FBAE40"/>
          </p15:clr>
        </p15:guide>
        <p15:guide id="5" orient="horz" pos="2534">
          <p15:clr>
            <a:srgbClr val="FBAE40"/>
          </p15:clr>
        </p15:guide>
        <p15:guide id="6" orient="horz" pos="3164">
          <p15:clr>
            <a:srgbClr val="FBAE40"/>
          </p15:clr>
        </p15:guide>
        <p15:guide id="7" orient="horz" pos="3232">
          <p15:clr>
            <a:srgbClr val="FBAE40"/>
          </p15:clr>
        </p15:guide>
        <p15:guide id="8" orient="horz" pos="3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out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65217" name="SAP Logo Placeholder" descr="{&quot;templafy&quot;:{&quot;id&quot;:&quot;310d4fdb-11c5-4570-b580-32d3aba06f7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17" y="6053328"/>
            <a:ext cx="2207861" cy="532020"/>
          </a:xfrm>
          <a:prstGeom prst="rect">
            <a:avLst/>
          </a:prstGeom>
        </p:spPr>
      </p:pic>
      <p:sp>
        <p:nvSpPr>
          <p:cNvPr id="10" name="Partner Logo Placeholder">
            <a:extLst>
              <a:ext uri="{FF2B5EF4-FFF2-40B4-BE49-F238E27FC236}">
                <a16:creationId xmlns:a16="http://schemas.microsoft.com/office/drawing/2014/main" id="{DA90C4E7-C35C-564D-9269-70A29A50EB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01" y="6161088"/>
            <a:ext cx="953840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 dirty="0"/>
              <a:t>Add partner </a:t>
            </a:r>
            <a:br>
              <a:rPr lang="en-US" dirty="0"/>
            </a:br>
            <a:r>
              <a:rPr lang="en-US" dirty="0"/>
              <a:t>logo and alt text</a:t>
            </a:r>
          </a:p>
        </p:txBody>
      </p:sp>
      <p:sp>
        <p:nvSpPr>
          <p:cNvPr id="4" name="Title"/>
          <p:cNvSpPr>
            <a:spLocks noGrp="1"/>
          </p:cNvSpPr>
          <p:nvPr>
            <p:ph type="title" hasCustomPrompt="1"/>
          </p:nvPr>
        </p:nvSpPr>
        <p:spPr>
          <a:xfrm>
            <a:off x="287925" y="2706317"/>
            <a:ext cx="10897962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599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651358161" name="Acquired Company Logo Placeholder" descr="{&quot;templafy&quot;:{&quot;id&quot;:&quot;b96efac3-1e52-47d7-ab2c-ce2021d072e9&quot;}}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01" y="2141327"/>
            <a:ext cx="4124850" cy="266010"/>
          </a:xfrm>
          <a:prstGeom prst="rect">
            <a:avLst/>
          </a:prstGeom>
        </p:spPr>
      </p:pic>
      <p:sp>
        <p:nvSpPr>
          <p:cNvPr id="11" name="TextBox 10" descr="{&quot;templafy&quot;:{&quot;id&quot;:&quot;c5367049-2493-4d8f-8e9a-c8b22713a169&quot;}}">
            <a:extLst>
              <a:ext uri="{FF2B5EF4-FFF2-40B4-BE49-F238E27FC236}">
                <a16:creationId xmlns:a16="http://schemas.microsoft.com/office/drawing/2014/main" id="{AC53B201-90B9-4E7D-A16A-96A3B827889D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 dirty="0"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991332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orient="horz" pos="2688">
          <p15:clr>
            <a:srgbClr val="FBAE40"/>
          </p15:clr>
        </p15:guide>
        <p15:guide id="4" orient="horz" pos="2334">
          <p15:clr>
            <a:srgbClr val="FBAE40"/>
          </p15:clr>
        </p15:guide>
        <p15:guide id="5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ith Pictogra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243811" name="SAP Logo Placeholer" descr="{&quot;templafy&quot;:{&quot;id&quot;:&quot;1eee64bd-df11-40fd-9c64-648d03e518c2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117" y="6053328"/>
            <a:ext cx="2207861" cy="532020"/>
          </a:xfrm>
          <a:prstGeom prst="rect">
            <a:avLst/>
          </a:prstGeom>
        </p:spPr>
      </p:pic>
      <p:sp>
        <p:nvSpPr>
          <p:cNvPr id="12" name="Partner Logo Placeholder">
            <a:extLst>
              <a:ext uri="{FF2B5EF4-FFF2-40B4-BE49-F238E27FC236}">
                <a16:creationId xmlns:a16="http://schemas.microsoft.com/office/drawing/2014/main" id="{CDF488C1-3A47-E949-B29F-E38211D2C51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2501" y="6161088"/>
            <a:ext cx="953840" cy="417512"/>
          </a:xfrm>
        </p:spPr>
        <p:txBody>
          <a:bodyPr anchor="ctr" anchorCtr="0">
            <a:noAutofit/>
          </a:bodyPr>
          <a:lstStyle>
            <a:lvl1pPr algn="ctr">
              <a:spcBef>
                <a:spcPts val="0"/>
              </a:spcBef>
              <a:defRPr sz="900"/>
            </a:lvl1pPr>
          </a:lstStyle>
          <a:p>
            <a:r>
              <a:rPr lang="en-US" dirty="0"/>
              <a:t>Add partner </a:t>
            </a:r>
            <a:br>
              <a:rPr lang="en-US" dirty="0"/>
            </a:br>
            <a:r>
              <a:rPr lang="en-US" dirty="0"/>
              <a:t>logo and alt text</a:t>
            </a:r>
          </a:p>
        </p:txBody>
      </p:sp>
      <p:sp>
        <p:nvSpPr>
          <p:cNvPr id="7" name="Pictogram Placeholder"/>
          <p:cNvSpPr>
            <a:spLocks noGrp="1"/>
          </p:cNvSpPr>
          <p:nvPr>
            <p:ph type="pic" sz="quarter" idx="16"/>
          </p:nvPr>
        </p:nvSpPr>
        <p:spPr>
          <a:xfrm>
            <a:off x="6953044" y="963000"/>
            <a:ext cx="4930716" cy="4932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de-DE" dirty="0"/>
          </a:p>
        </p:txBody>
      </p:sp>
      <p:sp>
        <p:nvSpPr>
          <p:cNvPr id="8" name="Title"/>
          <p:cNvSpPr>
            <a:spLocks noGrp="1"/>
          </p:cNvSpPr>
          <p:nvPr>
            <p:ph type="title" hasCustomPrompt="1"/>
          </p:nvPr>
        </p:nvSpPr>
        <p:spPr>
          <a:xfrm>
            <a:off x="287926" y="2706317"/>
            <a:ext cx="6370341" cy="997196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3599"/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dirty="0"/>
              <a:t>Title Goes Here</a:t>
            </a:r>
            <a:br>
              <a:rPr lang="en-US" dirty="0"/>
            </a:br>
            <a:r>
              <a:rPr lang="en-US" dirty="0"/>
              <a:t>and Here and Here</a:t>
            </a:r>
            <a:endParaRPr lang="de-DE" sz="3599" kern="0" dirty="0" err="1"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1546596351" name="Acquired Company Logo Placeholder" descr="{&quot;templafy&quot;:{&quot;id&quot;:&quot;4449689b-8bc0-41f9-affe-b4d4c8fa09f5&quot;}}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26" y="2139633"/>
            <a:ext cx="4124850" cy="266010"/>
          </a:xfrm>
          <a:prstGeom prst="rect">
            <a:avLst/>
          </a:prstGeom>
        </p:spPr>
      </p:pic>
      <p:sp>
        <p:nvSpPr>
          <p:cNvPr id="9" name="TextBox 8" descr="{&quot;templafy&quot;:{&quot;id&quot;:&quot;e22b5590-97cf-4d80-a973-15457ec2890d&quot;}}">
            <a:extLst>
              <a:ext uri="{FF2B5EF4-FFF2-40B4-BE49-F238E27FC236}">
                <a16:creationId xmlns:a16="http://schemas.microsoft.com/office/drawing/2014/main" id="{98E5DEB1-9722-40B6-89CC-20C572BA33F7}"/>
              </a:ext>
            </a:extLst>
          </p:cNvPr>
          <p:cNvSpPr txBox="1"/>
          <p:nvPr userDrawn="1"/>
        </p:nvSpPr>
        <p:spPr>
          <a:xfrm>
            <a:off x="282501" y="5080814"/>
            <a:ext cx="4984814" cy="252000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1000" kern="0" dirty="0"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833472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81">
          <p15:clr>
            <a:srgbClr val="FBAE40"/>
          </p15:clr>
        </p15:guide>
        <p15:guide id="2" orient="horz" pos="1704">
          <p15:clr>
            <a:srgbClr val="FBAE40"/>
          </p15:clr>
        </p15:guide>
        <p15:guide id="3" pos="4196">
          <p15:clr>
            <a:srgbClr val="FBAE40"/>
          </p15:clr>
        </p15:guide>
        <p15:guide id="4" orient="horz" pos="2688">
          <p15:clr>
            <a:srgbClr val="FBAE40"/>
          </p15:clr>
        </p15:guide>
        <p15:guide id="5" orient="horz" pos="2335">
          <p15:clr>
            <a:srgbClr val="FBAE40"/>
          </p15:clr>
        </p15:guide>
        <p15:guide id="6" orient="horz" pos="2960">
          <p15:clr>
            <a:srgbClr val="FBAE40"/>
          </p15:clr>
        </p15:guide>
        <p15:guide id="7" orient="horz" pos="414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genda items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11182288" cy="4716000"/>
          </a:xfrm>
        </p:spPr>
        <p:txBody>
          <a:bodyPr>
            <a:normAutofit/>
          </a:bodyPr>
          <a:lstStyle>
            <a:lvl1pPr marL="0" marR="0" indent="0" algn="l" defTabSz="1088231" rtl="0" eaLnBrk="1" fontAlgn="auto" latinLnBrk="0" hangingPunct="1">
              <a:lnSpc>
                <a:spcPct val="100000"/>
              </a:lnSpc>
              <a:spcBef>
                <a:spcPts val="2999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999" b="0"/>
            </a:lvl1pPr>
            <a:lvl2pPr marL="179910" marR="0" indent="-179910" algn="l" defTabSz="1088231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/>
              <a:defRPr sz="1799"/>
            </a:lvl2pPr>
            <a:lvl3pPr marL="359820" marR="0" indent="-179298" algn="l" defTabSz="1088231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 charset="0"/>
              <a:buChar char="–"/>
              <a:tabLst/>
              <a:defRPr sz="1799" baseline="0"/>
            </a:lvl3pPr>
            <a:lvl4pPr marL="539730" marR="0" indent="-179910" algn="l" defTabSz="1088231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Courier New" pitchFamily="49" charset="0"/>
              <a:buChar char="o"/>
              <a:tabLst/>
              <a:defRPr sz="1600"/>
            </a:lvl4pPr>
            <a:lvl5pPr>
              <a:buClr>
                <a:schemeClr val="accent2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 dirty="0"/>
              <a:t>Agenda Item/Divider Headline</a:t>
            </a:r>
          </a:p>
          <a:p>
            <a:pPr lvl="1"/>
            <a:r>
              <a:rPr lang="en-US" dirty="0"/>
              <a:t>Details</a:t>
            </a:r>
          </a:p>
        </p:txBody>
      </p:sp>
      <p:sp>
        <p:nvSpPr>
          <p:cNvPr id="3" name="Agenda 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087586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6">
          <p15:clr>
            <a:srgbClr val="FBAE40"/>
          </p15:clr>
        </p15:guide>
        <p15:guide id="5" orient="horz" pos="551">
          <p15:clr>
            <a:srgbClr val="FBAE40"/>
          </p15:clr>
        </p15:guide>
        <p15:guide id="6" orient="horz" pos="399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3090446"/>
            <a:ext cx="11182288" cy="677108"/>
          </a:xfrm>
        </p:spPr>
        <p:txBody>
          <a:bodyPr anchor="ctr" anchorCtr="0">
            <a:noAutofit/>
          </a:bodyPr>
          <a:lstStyle>
            <a:lvl1pPr>
              <a:defRPr sz="4399">
                <a:solidFill>
                  <a:schemeClr val="tx1"/>
                </a:solidFill>
                <a:latin typeface="Malgun Gothic" panose="020B0503020000020004" pitchFamily="34" charset="-127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086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36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Pag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der image placeholder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" y="3427200"/>
            <a:ext cx="12192000" cy="3430800"/>
          </a:xfrm>
          <a:noFill/>
        </p:spPr>
        <p:txBody>
          <a:bodyPr tIns="324000"/>
          <a:lstStyle>
            <a:lvl1pPr marL="0" marR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pPr marL="0" marR="0" lvl="0" indent="0" algn="ctr" defTabSz="1088231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80000"/>
              <a:buFontTx/>
              <a:buNone/>
              <a:tabLst/>
              <a:defRPr/>
            </a:pPr>
            <a:r>
              <a:rPr lang="en-US" dirty="0"/>
              <a:t>Placeholder for image and illustration</a:t>
            </a:r>
          </a:p>
        </p:txBody>
      </p:sp>
      <p:sp>
        <p:nvSpPr>
          <p:cNvPr id="2" name="Divider text"/>
          <p:cNvSpPr>
            <a:spLocks noGrp="1"/>
          </p:cNvSpPr>
          <p:nvPr>
            <p:ph type="ctrTitle" hasCustomPrompt="1"/>
          </p:nvPr>
        </p:nvSpPr>
        <p:spPr bwMode="black">
          <a:xfrm>
            <a:off x="503869" y="1375046"/>
            <a:ext cx="11182288" cy="677108"/>
          </a:xfrm>
        </p:spPr>
        <p:txBody>
          <a:bodyPr anchor="t" anchorCtr="0">
            <a:noAutofit/>
          </a:bodyPr>
          <a:lstStyle>
            <a:lvl1pPr>
              <a:defRPr sz="4399">
                <a:solidFill>
                  <a:schemeClr val="tx1"/>
                </a:solidFill>
                <a:latin typeface="Malgun Gothic" panose="020B0503020000020004" pitchFamily="34" charset="-127"/>
              </a:defRPr>
            </a:lvl1pPr>
          </a:lstStyle>
          <a:p>
            <a:r>
              <a:rPr lang="en-US" dirty="0"/>
              <a:t>Divider page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2646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364">
          <p15:clr>
            <a:srgbClr val="FBAE40"/>
          </p15:clr>
        </p15:guide>
        <p15:guide id="3" pos="317">
          <p15:clr>
            <a:srgbClr val="FBAE40"/>
          </p15:clr>
        </p15:guide>
        <p15:guide id="4" orient="horz" pos="865">
          <p15:clr>
            <a:srgbClr val="FBAE40"/>
          </p15:clr>
        </p15:guide>
        <p15:guide id="5" orient="horz" pos="129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896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8" y="1620000"/>
            <a:ext cx="11183565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00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6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318">
          <p15:clr>
            <a:srgbClr val="FBAE40"/>
          </p15:clr>
        </p15:guide>
        <p15:guide id="5" orient="horz" pos="552">
          <p15:clr>
            <a:srgbClr val="FBAE40"/>
          </p15:clr>
        </p15:guide>
        <p15:guide id="6" orient="horz" pos="10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- column 2"/>
          <p:cNvSpPr>
            <a:spLocks noGrp="1"/>
          </p:cNvSpPr>
          <p:nvPr>
            <p:ph type="body" sz="quarter" idx="11" hasCustomPrompt="1"/>
          </p:nvPr>
        </p:nvSpPr>
        <p:spPr>
          <a:xfrm>
            <a:off x="6360820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63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7364">
          <p15:clr>
            <a:srgbClr val="FBAE40"/>
          </p15:clr>
        </p15:guide>
        <p15:guide id="4" pos="3674">
          <p15:clr>
            <a:srgbClr val="FBAE40"/>
          </p15:clr>
        </p15:guide>
        <p15:guide id="5" pos="4007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10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- column 3"/>
          <p:cNvSpPr>
            <a:spLocks noGrp="1"/>
          </p:cNvSpPr>
          <p:nvPr>
            <p:ph type="body" sz="quarter" idx="13" hasCustomPrompt="1"/>
          </p:nvPr>
        </p:nvSpPr>
        <p:spPr>
          <a:xfrm>
            <a:off x="8124361" y="1620000"/>
            <a:ext cx="3563072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- column 2"/>
          <p:cNvSpPr>
            <a:spLocks noGrp="1"/>
          </p:cNvSpPr>
          <p:nvPr>
            <p:ph type="body" sz="quarter" idx="12" hasCustomPrompt="1"/>
          </p:nvPr>
        </p:nvSpPr>
        <p:spPr>
          <a:xfrm>
            <a:off x="4314115" y="1620000"/>
            <a:ext cx="3563072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- column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3563072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806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563">
          <p15:clr>
            <a:srgbClr val="FBAE40"/>
          </p15:clr>
        </p15:guide>
        <p15:guide id="4" pos="2717">
          <p15:clr>
            <a:srgbClr val="FBAE40"/>
          </p15:clr>
        </p15:guide>
        <p15:guide id="5" pos="4964">
          <p15:clr>
            <a:srgbClr val="FBAE40"/>
          </p15:clr>
        </p15:guide>
        <p15:guide id="6" pos="5119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1020">
          <p15:clr>
            <a:srgbClr val="FBAE40"/>
          </p15:clr>
        </p15:guide>
        <p15:guide id="10" orient="horz" pos="399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6360820" y="4770000"/>
            <a:ext cx="5326613" cy="156600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6360820" y="1620000"/>
            <a:ext cx="5326613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770000"/>
            <a:ext cx="5326613" cy="156600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620000"/>
            <a:ext cx="5326613" cy="2631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038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0">
          <p15:clr>
            <a:srgbClr val="FBAE40"/>
          </p15:clr>
        </p15:guide>
        <p15:guide id="5" orient="horz" pos="2678">
          <p15:clr>
            <a:srgbClr val="FBAE40"/>
          </p15:clr>
        </p15:guide>
        <p15:guide id="6" orient="horz" pos="3004">
          <p15:clr>
            <a:srgbClr val="FBAE40"/>
          </p15:clr>
        </p15:guide>
        <p15:guide id="7" orient="horz" pos="3991">
          <p15:clr>
            <a:srgbClr val="FBAE40"/>
          </p15:clr>
        </p15:guide>
        <p15:guide id="8" pos="3682">
          <p15:clr>
            <a:srgbClr val="FBAE40"/>
          </p15:clr>
        </p15:guide>
        <p15:guide id="9" pos="4000">
          <p15:clr>
            <a:srgbClr val="FBAE40"/>
          </p15:clr>
        </p15:guide>
        <p15:guide id="10" pos="736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8297116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297116" y="1620000"/>
            <a:ext cx="3390317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400493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400493" y="1620000"/>
            <a:ext cx="3390317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1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4354922"/>
            <a:ext cx="3390317" cy="1981079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620000"/>
            <a:ext cx="3390317" cy="2232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085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455">
          <p15:clr>
            <a:srgbClr val="FBAE40"/>
          </p15:clr>
        </p15:guide>
        <p15:guide id="4" pos="2773">
          <p15:clr>
            <a:srgbClr val="FBAE40"/>
          </p15:clr>
        </p15:guide>
        <p15:guide id="5" pos="4910">
          <p15:clr>
            <a:srgbClr val="FBAE40"/>
          </p15:clr>
        </p15:guide>
        <p15:guide id="6" pos="5227">
          <p15:clr>
            <a:srgbClr val="FBAE40"/>
          </p15:clr>
        </p15:guide>
        <p15:guide id="7" pos="7364">
          <p15:clr>
            <a:srgbClr val="FBAE40"/>
          </p15:clr>
        </p15:guide>
        <p15:guide id="8" orient="horz" pos="551">
          <p15:clr>
            <a:srgbClr val="FBAE40"/>
          </p15:clr>
        </p15:guide>
        <p15:guide id="9" orient="horz" pos="1020">
          <p15:clr>
            <a:srgbClr val="FBAE40"/>
          </p15:clr>
        </p15:guide>
        <p15:guide id="10" orient="horz" pos="2428">
          <p15:clr>
            <a:srgbClr val="FBAE40"/>
          </p15:clr>
        </p15:guide>
        <p15:guide id="11" orient="horz" pos="2743">
          <p15:clr>
            <a:srgbClr val="FBAE40"/>
          </p15:clr>
        </p15:guide>
        <p15:guide id="12" orient="horz" pos="399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 - 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- column 2"/>
          <p:cNvSpPr>
            <a:spLocks noGrp="1"/>
          </p:cNvSpPr>
          <p:nvPr>
            <p:ph type="body" sz="quarter" idx="13" hasCustomPrompt="1"/>
          </p:nvPr>
        </p:nvSpPr>
        <p:spPr>
          <a:xfrm>
            <a:off x="9272462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272462" y="1620000"/>
            <a:ext cx="2414971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13" name="Text placeholder - column 2"/>
          <p:cNvSpPr>
            <a:spLocks noGrp="1"/>
          </p:cNvSpPr>
          <p:nvPr>
            <p:ph type="body" sz="quarter" idx="17" hasCustomPrompt="1"/>
          </p:nvPr>
        </p:nvSpPr>
        <p:spPr>
          <a:xfrm>
            <a:off x="6349599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349599" y="1620000"/>
            <a:ext cx="2414971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9" name="Text placeholder - column 2"/>
          <p:cNvSpPr>
            <a:spLocks noGrp="1"/>
          </p:cNvSpPr>
          <p:nvPr>
            <p:ph type="body" sz="quarter" idx="15" hasCustomPrompt="1"/>
          </p:nvPr>
        </p:nvSpPr>
        <p:spPr>
          <a:xfrm>
            <a:off x="3426734" y="3878221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4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426734" y="1620000"/>
            <a:ext cx="2414971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3" name="Text placeholder - column 2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3878220"/>
            <a:ext cx="2414971" cy="2457780"/>
          </a:xfrm>
        </p:spPr>
        <p:txBody>
          <a:bodyPr/>
          <a:lstStyle>
            <a:lvl1pPr>
              <a:spcBef>
                <a:spcPts val="600"/>
              </a:spcBef>
              <a:defRPr sz="1799"/>
            </a:lvl1pPr>
            <a:lvl2pPr>
              <a:defRPr sz="1600"/>
            </a:lvl2pPr>
            <a:lvl3pPr>
              <a:defRPr sz="1400"/>
            </a:lvl3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03869" y="1620000"/>
            <a:ext cx="2414971" cy="1728000"/>
          </a:xfrm>
          <a:noFill/>
        </p:spPr>
        <p:txBody>
          <a:bodyPr vert="horz" lIns="0" tIns="180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 or pictogram</a:t>
            </a:r>
            <a:endParaRPr lang="de-DE" dirty="0"/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845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1">
          <p15:clr>
            <a:srgbClr val="FBAE40"/>
          </p15:clr>
        </p15:guide>
        <p15:guide id="5" orient="horz" pos="2110">
          <p15:clr>
            <a:srgbClr val="FBAE40"/>
          </p15:clr>
        </p15:guide>
        <p15:guide id="6" orient="horz" pos="2442">
          <p15:clr>
            <a:srgbClr val="FBAE40"/>
          </p15:clr>
        </p15:guide>
        <p15:guide id="7" orient="horz" pos="3990">
          <p15:clr>
            <a:srgbClr val="FBAE40"/>
          </p15:clr>
        </p15:guide>
        <p15:guide id="8" pos="1840">
          <p15:clr>
            <a:srgbClr val="FBAE40"/>
          </p15:clr>
        </p15:guide>
        <p15:guide id="9" pos="2159">
          <p15:clr>
            <a:srgbClr val="FBAE40"/>
          </p15:clr>
        </p15:guide>
        <p15:guide id="10" pos="3683">
          <p15:clr>
            <a:srgbClr val="FBAE40"/>
          </p15:clr>
        </p15:guide>
        <p15:guide id="11" pos="4000">
          <p15:clr>
            <a:srgbClr val="FBAE40"/>
          </p15:clr>
        </p15:guide>
        <p15:guide id="12" pos="5525">
          <p15:clr>
            <a:srgbClr val="FBAE40"/>
          </p15:clr>
        </p15:guide>
        <p15:guide id="13" pos="5842">
          <p15:clr>
            <a:srgbClr val="FBAE40"/>
          </p15:clr>
        </p15:guide>
        <p15:guide id="14" pos="736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ote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800000"/>
            <a:ext cx="11182288" cy="3285032"/>
          </a:xfrm>
        </p:spPr>
        <p:txBody>
          <a:bodyPr/>
          <a:lstStyle>
            <a:lvl1pPr marL="395802" indent="-395802">
              <a:lnSpc>
                <a:spcPct val="90000"/>
              </a:lnSpc>
              <a:spcBef>
                <a:spcPts val="600"/>
              </a:spcBef>
              <a:defRPr sz="5997" b="1"/>
            </a:lvl1pPr>
            <a:lvl2pPr marL="395802" indent="0">
              <a:buNone/>
              <a:defRPr sz="1600"/>
            </a:lvl2pPr>
          </a:lstStyle>
          <a:p>
            <a:pPr lvl="0"/>
            <a:r>
              <a:rPr lang="en-US" noProof="0" dirty="0"/>
              <a:t>“Quote goes here </a:t>
            </a:r>
            <a:br>
              <a:rPr lang="en-US" noProof="0" dirty="0"/>
            </a:br>
            <a:r>
              <a:rPr lang="en-US" noProof="0" dirty="0"/>
              <a:t>and here.”</a:t>
            </a:r>
          </a:p>
          <a:p>
            <a:pPr lvl="1"/>
            <a:r>
              <a:rPr lang="en-US" noProof="0" dirty="0"/>
              <a:t>Source</a:t>
            </a:r>
          </a:p>
        </p:txBody>
      </p:sp>
    </p:spTree>
    <p:extLst>
      <p:ext uri="{BB962C8B-B14F-4D97-AF65-F5344CB8AC3E}">
        <p14:creationId xmlns:p14="http://schemas.microsoft.com/office/powerpoint/2010/main" val="1223065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4" orient="horz" pos="1133">
          <p15:clr>
            <a:srgbClr val="FBAE40"/>
          </p15:clr>
        </p15:guide>
        <p15:guide id="5" orient="horz" pos="3204">
          <p15:clr>
            <a:srgbClr val="FBAE40"/>
          </p15:clr>
        </p15:guide>
        <p15:guide id="6" pos="736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Image 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/3 righ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8125059" y="0"/>
            <a:ext cx="4066941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  <p:sp>
        <p:nvSpPr>
          <p:cNvPr id="7" name="Text Placeholder"/>
          <p:cNvSpPr>
            <a:spLocks noGrp="1"/>
          </p:cNvSpPr>
          <p:nvPr>
            <p:ph type="body" sz="quarter" idx="11" hasCustomPrompt="1"/>
          </p:nvPr>
        </p:nvSpPr>
        <p:spPr bwMode="black">
          <a:xfrm>
            <a:off x="503868" y="1620000"/>
            <a:ext cx="7090154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709015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84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991">
          <p15:clr>
            <a:srgbClr val="FBAE40"/>
          </p15:clr>
        </p15:guide>
        <p15:guide id="3" pos="4786">
          <p15:clr>
            <a:srgbClr val="FBAE40"/>
          </p15:clr>
        </p15:guide>
        <p15:guide id="4" pos="5119">
          <p15:clr>
            <a:srgbClr val="FBAE40"/>
          </p15:clr>
        </p15:guide>
        <p15:guide id="5" orient="horz" pos="317">
          <p15:clr>
            <a:srgbClr val="FBAE40"/>
          </p15:clr>
        </p15:guide>
        <p15:guide id="6" orient="horz" pos="551">
          <p15:clr>
            <a:srgbClr val="FBAE40"/>
          </p15:clr>
        </p15:guide>
        <p15:guide id="7" orient="horz" pos="102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0"/>
            <a:ext cx="12192000" cy="6858000"/>
          </a:xfrm>
          <a:noFill/>
        </p:spPr>
        <p:txBody>
          <a:bodyPr vert="horz" lIns="0" tIns="2448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image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85486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creen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360820" y="1620000"/>
            <a:ext cx="5326613" cy="4716000"/>
          </a:xfrm>
          <a:noFill/>
        </p:spPr>
        <p:txBody>
          <a:bodyPr vert="horz" lIns="0" tIns="1512000" rIns="0" bIns="0" rtlCol="0" anchor="t" anchorCtr="0">
            <a:noAutofit/>
          </a:bodyPr>
          <a:lstStyle>
            <a:lvl1pPr marL="0" indent="0" algn="ctr" defTabSz="1088231" rtl="0" eaLnBrk="1" latinLnBrk="0" hangingPunct="1">
              <a:spcBef>
                <a:spcPts val="1928"/>
              </a:spcBef>
              <a:buClr>
                <a:schemeClr val="accent1"/>
              </a:buClr>
              <a:buSzPct val="80000"/>
              <a:buFontTx/>
              <a:buNone/>
              <a:defRPr lang="de-DE" sz="1600" b="0" kern="1200" dirty="0">
                <a:solidFill>
                  <a:schemeClr val="tx1"/>
                </a:solidFill>
                <a:latin typeface="Malgun Gothic" panose="020B0503020000020004" pitchFamily="34" charset="-127"/>
                <a:ea typeface="+mn-ea"/>
                <a:cs typeface="+mn-cs"/>
              </a:defRPr>
            </a:lvl1pPr>
          </a:lstStyle>
          <a:p>
            <a:r>
              <a:rPr lang="en-US" dirty="0"/>
              <a:t>Click icon to add screenshot</a:t>
            </a:r>
            <a:endParaRPr lang="de-DE" dirty="0"/>
          </a:p>
        </p:txBody>
      </p:sp>
      <p:sp>
        <p:nvSpPr>
          <p:cNvPr id="4" name="Text Placeholder"/>
          <p:cNvSpPr>
            <a:spLocks noGrp="1"/>
          </p:cNvSpPr>
          <p:nvPr>
            <p:ph type="body" sz="quarter" idx="10" hasCustomPrompt="1"/>
          </p:nvPr>
        </p:nvSpPr>
        <p:spPr>
          <a:xfrm>
            <a:off x="503869" y="1620000"/>
            <a:ext cx="5326613" cy="471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503870" y="504000"/>
            <a:ext cx="11183564" cy="369332"/>
          </a:xfrm>
        </p:spPr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40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1020">
          <p15:clr>
            <a:srgbClr val="FBAE40"/>
          </p15:clr>
        </p15:guide>
        <p15:guide id="3" pos="3674">
          <p15:clr>
            <a:srgbClr val="FBAE40"/>
          </p15:clr>
        </p15:guide>
        <p15:guide id="4" pos="4008">
          <p15:clr>
            <a:srgbClr val="FBAE40"/>
          </p15:clr>
        </p15:guide>
        <p15:guide id="5" pos="7364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551">
          <p15:clr>
            <a:srgbClr val="FBAE40"/>
          </p15:clr>
        </p15:guide>
        <p15:guide id="8" orient="horz" pos="399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"/>
          <p:cNvSpPr>
            <a:spLocks noGrp="1"/>
          </p:cNvSpPr>
          <p:nvPr>
            <p:ph idx="1" hasCustomPrompt="1"/>
          </p:nvPr>
        </p:nvSpPr>
        <p:spPr bwMode="gray">
          <a:xfrm>
            <a:off x="503869" y="1620000"/>
            <a:ext cx="11182288" cy="4716000"/>
          </a:xfrm>
          <a:noFill/>
        </p:spPr>
        <p:txBody>
          <a:bodyPr tIns="1368000"/>
          <a:lstStyle>
            <a:lvl1pPr algn="ctr">
              <a:defRPr sz="1400" b="0"/>
            </a:lvl1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379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orient="horz" pos="551">
          <p15:clr>
            <a:srgbClr val="FBAE40"/>
          </p15:clr>
        </p15:guide>
        <p15:guide id="4" orient="horz" pos="1020">
          <p15:clr>
            <a:srgbClr val="FBAE40"/>
          </p15:clr>
        </p15:guide>
        <p15:guide id="5" orient="horz" pos="3991">
          <p15:clr>
            <a:srgbClr val="FBAE40"/>
          </p15:clr>
        </p15:guide>
        <p15:guide id="6" pos="736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88795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, Contact and Copy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2EF80-ED78-484B-AC34-B314C73F9091}"/>
              </a:ext>
            </a:extLst>
          </p:cNvPr>
          <p:cNvSpPr txBox="1"/>
          <p:nvPr userDrawn="1"/>
        </p:nvSpPr>
        <p:spPr>
          <a:xfrm>
            <a:off x="503107" y="1466850"/>
            <a:ext cx="4390104" cy="8463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5498" b="1" kern="0" dirty="0"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Thank you.</a:t>
            </a:r>
          </a:p>
        </p:txBody>
      </p:sp>
      <p:pic>
        <p:nvPicPr>
          <p:cNvPr id="2130793892" name="SAP Logo Placeholder" descr="{&quot;templafy&quot;:{&quot;id&quot;:&quot;33472865-f808-40b9-8707-006350637ae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284" y="5797296"/>
            <a:ext cx="2207861" cy="532020"/>
          </a:xfrm>
          <a:prstGeom prst="rect">
            <a:avLst/>
          </a:prstGeom>
        </p:spPr>
      </p:pic>
      <p:pic>
        <p:nvPicPr>
          <p:cNvPr id="1395540175" name="Acquired Company Logo Placeholder" descr="{&quot;templafy&quot;:{&quot;id&quot;:&quot;fc9296b4-c57f-4b32-9034-aa87a88ca3cb&quot;}}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69" y="522453"/>
            <a:ext cx="4124850" cy="2660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3C5639-DDA2-864A-9DC3-7FC80AC852D5}"/>
              </a:ext>
            </a:extLst>
          </p:cNvPr>
          <p:cNvSpPr txBox="1"/>
          <p:nvPr userDrawn="1"/>
        </p:nvSpPr>
        <p:spPr>
          <a:xfrm>
            <a:off x="503107" y="2905126"/>
            <a:ext cx="191791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lang="en-US" sz="1600" dirty="0">
                <a:latin typeface="Malgun Gothic" panose="020B0503020000020004" pitchFamily="34" charset="-127"/>
              </a:rPr>
              <a:t>Contact information:</a:t>
            </a:r>
          </a:p>
        </p:txBody>
      </p:sp>
      <p:sp>
        <p:nvSpPr>
          <p:cNvPr id="9" name="Copyright Placeholder" descr="{&quot;templafy&quot;:{&quot;id&quot;:&quot;ba9fff8e-a26f-4604-9418-39eec7243848&quot;}}">
            <a:extLst>
              <a:ext uri="{FF2B5EF4-FFF2-40B4-BE49-F238E27FC236}">
                <a16:creationId xmlns:a16="http://schemas.microsoft.com/office/drawing/2014/main" id="{EDAF1AF5-D568-20CC-6052-F655D86F5486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dirty="0">
                <a:latin typeface="Malgun Gothic" panose="020B0503020000020004" pitchFamily="34" charset="-127"/>
              </a:rPr>
              <a:t>© 2022 SAP SE or an SAP affiliate company. All rights reserved. See Legal Notice on www.sap.com/legal-notice for use terms, disclaimers, disclosures, or restrictions related to SAP Materials for general audiences.</a:t>
            </a:r>
          </a:p>
        </p:txBody>
      </p:sp>
    </p:spTree>
    <p:extLst>
      <p:ext uri="{BB962C8B-B14F-4D97-AF65-F5344CB8AC3E}">
        <p14:creationId xmlns:p14="http://schemas.microsoft.com/office/powerpoint/2010/main" val="100825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E512-7449-13D5-E715-A5415E9B9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179772-1E14-914B-1BB7-D3A707F1B7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25AF79-57B5-A899-F3DB-0498AA762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B3B2E4-A24F-EFBA-86D0-1B294FF90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AD0B58-A5F8-816A-FCCE-42E4FBE94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44023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0638D-B6A3-F62F-FEB4-5FCBCE5B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96FAC-3C67-18E5-5378-32453643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64A5F-B8D7-4043-06D8-6489C926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994F8B-AF76-550B-9255-52C36FCD1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6F5C9-1502-C00B-ACB2-CE356285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7487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4BDF0-E379-B178-1A69-695363BF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5358DF-D0EF-5F62-E5C7-332367AA6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F3350A-B08A-6372-3B0E-60226BCA2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352E6A-2992-1B1E-AEA4-2B614CB54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E9EB8A-36B2-DBDA-7EBA-34EDCC056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614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319831-9BD9-A1A3-680F-D0E74DB1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20EAE3-8D44-8899-6420-8324C1180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DEC618-1B87-1511-4866-CA4131C9D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1D11AF-49BE-032B-2FCB-4A60139F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077614-E3B3-07A3-F6BC-5CAC5F29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B4990-A3F7-DB69-FBC2-0F8A835B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3765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3473F9-147C-EA31-CCC7-27D4DEDBF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0512DF-EE61-7AB6-DE3D-E7BF3A04A3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825169-B9B6-6D9D-EF58-EBD9A4EE4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6049A1-4516-A796-FD63-696D0E5241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08B125-DAD3-2846-0A51-A0056CA83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F979B6-3DFD-2D5F-457C-D27EBAF1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2ED154-83D0-C59E-D5DE-042F5EA1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F958C16-10A9-0468-6E3B-9B486219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83408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656EB-DDF2-449E-BA09-3B910A839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889CF14-2D3A-B0F9-CA9F-6759DF02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BD8FCB5-1330-9E81-B450-4577AB45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37F3EAC-89AB-D6E7-388D-7747009C8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3831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A786FA-9192-80B1-79BC-05D1DDBC7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1F1AC43-44AE-A3D3-19DC-4968B344A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B8EF8B-F9FD-A8B2-C673-32DEDE52A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01688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506CB-F4ED-B75F-92BE-2467B34E7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927BB9-037E-6892-E176-818ED833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101790-9FAC-0F05-56AB-53D0934D8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BE894E-76F0-898C-D3D4-FE8A2C6A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628939-304A-690E-F714-C0106C6D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719BDC-F46A-21CF-7DF3-375FB0BA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6083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5F62A-9B0C-8A48-8264-903BF0126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770D7B-8AEE-7519-F5B7-17D9F98F5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AC8421-5C6D-DC98-B235-ADDA5920E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89A980F-FBE4-C6C7-EB26-D482D76C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5A15F1-4F37-7A88-3941-53549F1AB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E9E2D4-F248-8CFE-3197-8992E870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65460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B0EC82-3DEC-D6DF-8C46-81D63536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9CAAE2-5632-4E3C-CD4C-8C77E591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746E9-F926-7FC2-9B88-CC7E4F2F0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3EB71B-C227-4A07-3E86-D4EB1A97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0AF4C0-465D-4413-3B84-89A72B50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1918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BF578E-502F-15ED-2188-F3520DDDA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697F60-C3C4-14DD-FF3E-A046A7027F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AEC038-E1EA-F812-8E4B-FF0C0C4DD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233A7-5B4B-BB79-243F-AEDF66EA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1D5425-3DCC-C23A-E2F9-C0105A92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03720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Insert page title (sentence case)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05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7364">
          <p15:clr>
            <a:srgbClr val="FBAE40"/>
          </p15:clr>
        </p15:guide>
        <p15:guide id="4" orient="horz" pos="551">
          <p15:clr>
            <a:srgbClr val="FBAE40"/>
          </p15:clr>
        </p15:guide>
        <p15:guide id="5" orient="horz" pos="39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tags" Target="../tags/tag96.xml"/><Relationship Id="rId21" Type="http://schemas.openxmlformats.org/officeDocument/2006/relationships/theme" Target="../theme/theme2.xml"/><Relationship Id="rId42" Type="http://schemas.openxmlformats.org/officeDocument/2006/relationships/tags" Target="../tags/tag21.xml"/><Relationship Id="rId63" Type="http://schemas.openxmlformats.org/officeDocument/2006/relationships/tags" Target="../tags/tag42.xml"/><Relationship Id="rId84" Type="http://schemas.openxmlformats.org/officeDocument/2006/relationships/tags" Target="../tags/tag63.xml"/><Relationship Id="rId138" Type="http://schemas.openxmlformats.org/officeDocument/2006/relationships/tags" Target="../tags/tag117.xml"/><Relationship Id="rId107" Type="http://schemas.openxmlformats.org/officeDocument/2006/relationships/tags" Target="../tags/tag86.xml"/><Relationship Id="rId11" Type="http://schemas.openxmlformats.org/officeDocument/2006/relationships/slideLayout" Target="../slideLayouts/slideLayout22.xml"/><Relationship Id="rId32" Type="http://schemas.openxmlformats.org/officeDocument/2006/relationships/tags" Target="../tags/tag11.xml"/><Relationship Id="rId37" Type="http://schemas.openxmlformats.org/officeDocument/2006/relationships/tags" Target="../tags/tag16.xml"/><Relationship Id="rId53" Type="http://schemas.openxmlformats.org/officeDocument/2006/relationships/tags" Target="../tags/tag32.xml"/><Relationship Id="rId58" Type="http://schemas.openxmlformats.org/officeDocument/2006/relationships/tags" Target="../tags/tag37.xml"/><Relationship Id="rId74" Type="http://schemas.openxmlformats.org/officeDocument/2006/relationships/tags" Target="../tags/tag53.xml"/><Relationship Id="rId79" Type="http://schemas.openxmlformats.org/officeDocument/2006/relationships/tags" Target="../tags/tag58.xml"/><Relationship Id="rId102" Type="http://schemas.openxmlformats.org/officeDocument/2006/relationships/tags" Target="../tags/tag81.xml"/><Relationship Id="rId123" Type="http://schemas.openxmlformats.org/officeDocument/2006/relationships/tags" Target="../tags/tag102.xml"/><Relationship Id="rId128" Type="http://schemas.openxmlformats.org/officeDocument/2006/relationships/tags" Target="../tags/tag107.xml"/><Relationship Id="rId144" Type="http://schemas.openxmlformats.org/officeDocument/2006/relationships/tags" Target="../tags/tag123.xml"/><Relationship Id="rId5" Type="http://schemas.openxmlformats.org/officeDocument/2006/relationships/slideLayout" Target="../slideLayouts/slideLayout16.xml"/><Relationship Id="rId90" Type="http://schemas.openxmlformats.org/officeDocument/2006/relationships/tags" Target="../tags/tag69.xml"/><Relationship Id="rId95" Type="http://schemas.openxmlformats.org/officeDocument/2006/relationships/tags" Target="../tags/tag74.xml"/><Relationship Id="rId22" Type="http://schemas.openxmlformats.org/officeDocument/2006/relationships/tags" Target="../tags/tag1.xml"/><Relationship Id="rId27" Type="http://schemas.openxmlformats.org/officeDocument/2006/relationships/tags" Target="../tags/tag6.xml"/><Relationship Id="rId43" Type="http://schemas.openxmlformats.org/officeDocument/2006/relationships/tags" Target="../tags/tag22.xml"/><Relationship Id="rId48" Type="http://schemas.openxmlformats.org/officeDocument/2006/relationships/tags" Target="../tags/tag27.xml"/><Relationship Id="rId64" Type="http://schemas.openxmlformats.org/officeDocument/2006/relationships/tags" Target="../tags/tag43.xml"/><Relationship Id="rId69" Type="http://schemas.openxmlformats.org/officeDocument/2006/relationships/tags" Target="../tags/tag48.xml"/><Relationship Id="rId113" Type="http://schemas.openxmlformats.org/officeDocument/2006/relationships/tags" Target="../tags/tag92.xml"/><Relationship Id="rId118" Type="http://schemas.openxmlformats.org/officeDocument/2006/relationships/tags" Target="../tags/tag97.xml"/><Relationship Id="rId134" Type="http://schemas.openxmlformats.org/officeDocument/2006/relationships/tags" Target="../tags/tag113.xml"/><Relationship Id="rId139" Type="http://schemas.openxmlformats.org/officeDocument/2006/relationships/tags" Target="../tags/tag118.xml"/><Relationship Id="rId80" Type="http://schemas.openxmlformats.org/officeDocument/2006/relationships/tags" Target="../tags/tag59.xml"/><Relationship Id="rId85" Type="http://schemas.openxmlformats.org/officeDocument/2006/relationships/tags" Target="../tags/tag6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33" Type="http://schemas.openxmlformats.org/officeDocument/2006/relationships/tags" Target="../tags/tag12.xml"/><Relationship Id="rId38" Type="http://schemas.openxmlformats.org/officeDocument/2006/relationships/tags" Target="../tags/tag17.xml"/><Relationship Id="rId59" Type="http://schemas.openxmlformats.org/officeDocument/2006/relationships/tags" Target="../tags/tag38.xml"/><Relationship Id="rId103" Type="http://schemas.openxmlformats.org/officeDocument/2006/relationships/tags" Target="../tags/tag82.xml"/><Relationship Id="rId108" Type="http://schemas.openxmlformats.org/officeDocument/2006/relationships/tags" Target="../tags/tag87.xml"/><Relationship Id="rId124" Type="http://schemas.openxmlformats.org/officeDocument/2006/relationships/tags" Target="../tags/tag103.xml"/><Relationship Id="rId129" Type="http://schemas.openxmlformats.org/officeDocument/2006/relationships/tags" Target="../tags/tag108.xml"/><Relationship Id="rId54" Type="http://schemas.openxmlformats.org/officeDocument/2006/relationships/tags" Target="../tags/tag33.xml"/><Relationship Id="rId70" Type="http://schemas.openxmlformats.org/officeDocument/2006/relationships/tags" Target="../tags/tag49.xml"/><Relationship Id="rId75" Type="http://schemas.openxmlformats.org/officeDocument/2006/relationships/tags" Target="../tags/tag54.xml"/><Relationship Id="rId91" Type="http://schemas.openxmlformats.org/officeDocument/2006/relationships/tags" Target="../tags/tag70.xml"/><Relationship Id="rId96" Type="http://schemas.openxmlformats.org/officeDocument/2006/relationships/tags" Target="../tags/tag75.xml"/><Relationship Id="rId140" Type="http://schemas.openxmlformats.org/officeDocument/2006/relationships/tags" Target="../tags/tag119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23" Type="http://schemas.openxmlformats.org/officeDocument/2006/relationships/tags" Target="../tags/tag2.xml"/><Relationship Id="rId28" Type="http://schemas.openxmlformats.org/officeDocument/2006/relationships/tags" Target="../tags/tag7.xml"/><Relationship Id="rId49" Type="http://schemas.openxmlformats.org/officeDocument/2006/relationships/tags" Target="../tags/tag28.xml"/><Relationship Id="rId114" Type="http://schemas.openxmlformats.org/officeDocument/2006/relationships/tags" Target="../tags/tag93.xml"/><Relationship Id="rId119" Type="http://schemas.openxmlformats.org/officeDocument/2006/relationships/tags" Target="../tags/tag98.xml"/><Relationship Id="rId44" Type="http://schemas.openxmlformats.org/officeDocument/2006/relationships/tags" Target="../tags/tag23.xml"/><Relationship Id="rId60" Type="http://schemas.openxmlformats.org/officeDocument/2006/relationships/tags" Target="../tags/tag39.xml"/><Relationship Id="rId65" Type="http://schemas.openxmlformats.org/officeDocument/2006/relationships/tags" Target="../tags/tag44.xml"/><Relationship Id="rId81" Type="http://schemas.openxmlformats.org/officeDocument/2006/relationships/tags" Target="../tags/tag60.xml"/><Relationship Id="rId86" Type="http://schemas.openxmlformats.org/officeDocument/2006/relationships/tags" Target="../tags/tag65.xml"/><Relationship Id="rId130" Type="http://schemas.openxmlformats.org/officeDocument/2006/relationships/tags" Target="../tags/tag109.xml"/><Relationship Id="rId135" Type="http://schemas.openxmlformats.org/officeDocument/2006/relationships/tags" Target="../tags/tag114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9" Type="http://schemas.openxmlformats.org/officeDocument/2006/relationships/tags" Target="../tags/tag18.xml"/><Relationship Id="rId109" Type="http://schemas.openxmlformats.org/officeDocument/2006/relationships/tags" Target="../tags/tag88.xml"/><Relationship Id="rId34" Type="http://schemas.openxmlformats.org/officeDocument/2006/relationships/tags" Target="../tags/tag13.xml"/><Relationship Id="rId50" Type="http://schemas.openxmlformats.org/officeDocument/2006/relationships/tags" Target="../tags/tag29.xml"/><Relationship Id="rId55" Type="http://schemas.openxmlformats.org/officeDocument/2006/relationships/tags" Target="../tags/tag34.xml"/><Relationship Id="rId76" Type="http://schemas.openxmlformats.org/officeDocument/2006/relationships/tags" Target="../tags/tag55.xml"/><Relationship Id="rId97" Type="http://schemas.openxmlformats.org/officeDocument/2006/relationships/tags" Target="../tags/tag76.xml"/><Relationship Id="rId104" Type="http://schemas.openxmlformats.org/officeDocument/2006/relationships/tags" Target="../tags/tag83.xml"/><Relationship Id="rId120" Type="http://schemas.openxmlformats.org/officeDocument/2006/relationships/tags" Target="../tags/tag99.xml"/><Relationship Id="rId125" Type="http://schemas.openxmlformats.org/officeDocument/2006/relationships/tags" Target="../tags/tag104.xml"/><Relationship Id="rId141" Type="http://schemas.openxmlformats.org/officeDocument/2006/relationships/tags" Target="../tags/tag120.xml"/><Relationship Id="rId7" Type="http://schemas.openxmlformats.org/officeDocument/2006/relationships/slideLayout" Target="../slideLayouts/slideLayout18.xml"/><Relationship Id="rId71" Type="http://schemas.openxmlformats.org/officeDocument/2006/relationships/tags" Target="../tags/tag50.xml"/><Relationship Id="rId92" Type="http://schemas.openxmlformats.org/officeDocument/2006/relationships/tags" Target="../tags/tag71.xml"/><Relationship Id="rId2" Type="http://schemas.openxmlformats.org/officeDocument/2006/relationships/slideLayout" Target="../slideLayouts/slideLayout13.xml"/><Relationship Id="rId29" Type="http://schemas.openxmlformats.org/officeDocument/2006/relationships/tags" Target="../tags/tag8.xml"/><Relationship Id="rId24" Type="http://schemas.openxmlformats.org/officeDocument/2006/relationships/tags" Target="../tags/tag3.xml"/><Relationship Id="rId40" Type="http://schemas.openxmlformats.org/officeDocument/2006/relationships/tags" Target="../tags/tag19.xml"/><Relationship Id="rId45" Type="http://schemas.openxmlformats.org/officeDocument/2006/relationships/tags" Target="../tags/tag24.xml"/><Relationship Id="rId66" Type="http://schemas.openxmlformats.org/officeDocument/2006/relationships/tags" Target="../tags/tag45.xml"/><Relationship Id="rId87" Type="http://schemas.openxmlformats.org/officeDocument/2006/relationships/tags" Target="../tags/tag66.xml"/><Relationship Id="rId110" Type="http://schemas.openxmlformats.org/officeDocument/2006/relationships/tags" Target="../tags/tag89.xml"/><Relationship Id="rId115" Type="http://schemas.openxmlformats.org/officeDocument/2006/relationships/tags" Target="../tags/tag94.xml"/><Relationship Id="rId131" Type="http://schemas.openxmlformats.org/officeDocument/2006/relationships/tags" Target="../tags/tag110.xml"/><Relationship Id="rId136" Type="http://schemas.openxmlformats.org/officeDocument/2006/relationships/tags" Target="../tags/tag115.xml"/><Relationship Id="rId61" Type="http://schemas.openxmlformats.org/officeDocument/2006/relationships/tags" Target="../tags/tag40.xml"/><Relationship Id="rId82" Type="http://schemas.openxmlformats.org/officeDocument/2006/relationships/tags" Target="../tags/tag61.xml"/><Relationship Id="rId1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25.xml"/><Relationship Id="rId30" Type="http://schemas.openxmlformats.org/officeDocument/2006/relationships/tags" Target="../tags/tag9.xml"/><Relationship Id="rId35" Type="http://schemas.openxmlformats.org/officeDocument/2006/relationships/tags" Target="../tags/tag14.xml"/><Relationship Id="rId56" Type="http://schemas.openxmlformats.org/officeDocument/2006/relationships/tags" Target="../tags/tag35.xml"/><Relationship Id="rId77" Type="http://schemas.openxmlformats.org/officeDocument/2006/relationships/tags" Target="../tags/tag56.xml"/><Relationship Id="rId100" Type="http://schemas.openxmlformats.org/officeDocument/2006/relationships/tags" Target="../tags/tag79.xml"/><Relationship Id="rId105" Type="http://schemas.openxmlformats.org/officeDocument/2006/relationships/tags" Target="../tags/tag84.xml"/><Relationship Id="rId126" Type="http://schemas.openxmlformats.org/officeDocument/2006/relationships/tags" Target="../tags/tag105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30.xml"/><Relationship Id="rId72" Type="http://schemas.openxmlformats.org/officeDocument/2006/relationships/tags" Target="../tags/tag51.xml"/><Relationship Id="rId93" Type="http://schemas.openxmlformats.org/officeDocument/2006/relationships/tags" Target="../tags/tag72.xml"/><Relationship Id="rId98" Type="http://schemas.openxmlformats.org/officeDocument/2006/relationships/tags" Target="../tags/tag77.xml"/><Relationship Id="rId121" Type="http://schemas.openxmlformats.org/officeDocument/2006/relationships/tags" Target="../tags/tag100.xml"/><Relationship Id="rId142" Type="http://schemas.openxmlformats.org/officeDocument/2006/relationships/tags" Target="../tags/tag121.xml"/><Relationship Id="rId3" Type="http://schemas.openxmlformats.org/officeDocument/2006/relationships/slideLayout" Target="../slideLayouts/slideLayout14.xml"/><Relationship Id="rId25" Type="http://schemas.openxmlformats.org/officeDocument/2006/relationships/tags" Target="../tags/tag4.xml"/><Relationship Id="rId46" Type="http://schemas.openxmlformats.org/officeDocument/2006/relationships/tags" Target="../tags/tag25.xml"/><Relationship Id="rId67" Type="http://schemas.openxmlformats.org/officeDocument/2006/relationships/tags" Target="../tags/tag46.xml"/><Relationship Id="rId116" Type="http://schemas.openxmlformats.org/officeDocument/2006/relationships/tags" Target="../tags/tag95.xml"/><Relationship Id="rId137" Type="http://schemas.openxmlformats.org/officeDocument/2006/relationships/tags" Target="../tags/tag116.xml"/><Relationship Id="rId20" Type="http://schemas.openxmlformats.org/officeDocument/2006/relationships/slideLayout" Target="../slideLayouts/slideLayout31.xml"/><Relationship Id="rId41" Type="http://schemas.openxmlformats.org/officeDocument/2006/relationships/tags" Target="../tags/tag20.xml"/><Relationship Id="rId62" Type="http://schemas.openxmlformats.org/officeDocument/2006/relationships/tags" Target="../tags/tag41.xml"/><Relationship Id="rId83" Type="http://schemas.openxmlformats.org/officeDocument/2006/relationships/tags" Target="../tags/tag62.xml"/><Relationship Id="rId88" Type="http://schemas.openxmlformats.org/officeDocument/2006/relationships/tags" Target="../tags/tag67.xml"/><Relationship Id="rId111" Type="http://schemas.openxmlformats.org/officeDocument/2006/relationships/tags" Target="../tags/tag90.xml"/><Relationship Id="rId132" Type="http://schemas.openxmlformats.org/officeDocument/2006/relationships/tags" Target="../tags/tag111.xml"/><Relationship Id="rId15" Type="http://schemas.openxmlformats.org/officeDocument/2006/relationships/slideLayout" Target="../slideLayouts/slideLayout26.xml"/><Relationship Id="rId36" Type="http://schemas.openxmlformats.org/officeDocument/2006/relationships/tags" Target="../tags/tag15.xml"/><Relationship Id="rId57" Type="http://schemas.openxmlformats.org/officeDocument/2006/relationships/tags" Target="../tags/tag36.xml"/><Relationship Id="rId106" Type="http://schemas.openxmlformats.org/officeDocument/2006/relationships/tags" Target="../tags/tag85.xml"/><Relationship Id="rId127" Type="http://schemas.openxmlformats.org/officeDocument/2006/relationships/tags" Target="../tags/tag106.xml"/><Relationship Id="rId10" Type="http://schemas.openxmlformats.org/officeDocument/2006/relationships/slideLayout" Target="../slideLayouts/slideLayout21.xml"/><Relationship Id="rId31" Type="http://schemas.openxmlformats.org/officeDocument/2006/relationships/tags" Target="../tags/tag10.xml"/><Relationship Id="rId52" Type="http://schemas.openxmlformats.org/officeDocument/2006/relationships/tags" Target="../tags/tag31.xml"/><Relationship Id="rId73" Type="http://schemas.openxmlformats.org/officeDocument/2006/relationships/tags" Target="../tags/tag52.xml"/><Relationship Id="rId78" Type="http://schemas.openxmlformats.org/officeDocument/2006/relationships/tags" Target="../tags/tag57.xml"/><Relationship Id="rId94" Type="http://schemas.openxmlformats.org/officeDocument/2006/relationships/tags" Target="../tags/tag73.xml"/><Relationship Id="rId99" Type="http://schemas.openxmlformats.org/officeDocument/2006/relationships/tags" Target="../tags/tag78.xml"/><Relationship Id="rId101" Type="http://schemas.openxmlformats.org/officeDocument/2006/relationships/tags" Target="../tags/tag80.xml"/><Relationship Id="rId122" Type="http://schemas.openxmlformats.org/officeDocument/2006/relationships/tags" Target="../tags/tag101.xml"/><Relationship Id="rId143" Type="http://schemas.openxmlformats.org/officeDocument/2006/relationships/tags" Target="../tags/tag12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tags" Target="../tags/tag5.xml"/><Relationship Id="rId47" Type="http://schemas.openxmlformats.org/officeDocument/2006/relationships/tags" Target="../tags/tag26.xml"/><Relationship Id="rId68" Type="http://schemas.openxmlformats.org/officeDocument/2006/relationships/tags" Target="../tags/tag47.xml"/><Relationship Id="rId89" Type="http://schemas.openxmlformats.org/officeDocument/2006/relationships/tags" Target="../tags/tag68.xml"/><Relationship Id="rId112" Type="http://schemas.openxmlformats.org/officeDocument/2006/relationships/tags" Target="../tags/tag91.xml"/><Relationship Id="rId133" Type="http://schemas.openxmlformats.org/officeDocument/2006/relationships/tags" Target="../tags/tag112.xml"/><Relationship Id="rId16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AAFA016-2610-57AD-73DB-521D697DE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498230-559E-9ECA-F5A2-7CA4FFEC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3C0367-6D60-F231-4138-C2645F7A83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F0D611-E611-4877-AAFD-995DC83B195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5E4CF3-E8DE-E4AC-7EFA-19A0C5324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86C28D-DA93-97E2-20E1-1F8128E96A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664A7-F30A-4AAC-8B62-E64F876902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15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"/>
          <p:cNvSpPr txBox="1"/>
          <p:nvPr userDrawn="1"/>
        </p:nvSpPr>
        <p:spPr bwMode="black">
          <a:xfrm>
            <a:off x="11543201" y="6536752"/>
            <a:ext cx="144232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de-DE"/>
            </a:defPPr>
            <a:lvl1pPr marL="84138" indent="-84138">
              <a:buClr>
                <a:schemeClr val="tx1"/>
              </a:buClr>
              <a:buFont typeface="Arial" pitchFamily="34" charset="0"/>
              <a:buChar char="©"/>
              <a:tabLst/>
              <a:defRPr sz="600"/>
            </a:lvl1pPr>
          </a:lstStyle>
          <a:p>
            <a:pPr marL="0" lvl="0" indent="0" algn="r">
              <a:buNone/>
            </a:pPr>
            <a:fld id="{0BDC132A-5C91-4078-9777-31DA19A62E0A}" type="slidenum">
              <a:rPr lang="en-US" sz="900" noProof="0" smtClean="0">
                <a:latin typeface="Malgun Gothic" panose="020B0503020000020004" pitchFamily="34" charset="-127"/>
              </a:rPr>
              <a:pPr marL="0" lvl="0" indent="0" algn="r">
                <a:buNone/>
              </a:pPr>
              <a:t>‹#›</a:t>
            </a:fld>
            <a:endParaRPr lang="en-US" sz="900" noProof="0" dirty="0">
              <a:latin typeface="Malgun Gothic" panose="020B0503020000020004" pitchFamily="34" charset="-127"/>
            </a:endParaRPr>
          </a:p>
        </p:txBody>
      </p:sp>
      <p:sp>
        <p:nvSpPr>
          <p:cNvPr id="12" name="Copyright Placeholder" descr="{&quot;templafy&quot;:{&quot;id&quot;:&quot;1d1f652c-4836-48a1-bb83-920aa1daec77&quot;}}">
            <a:extLst>
              <a:ext uri="{FF2B5EF4-FFF2-40B4-BE49-F238E27FC236}">
                <a16:creationId xmlns:a16="http://schemas.microsoft.com/office/drawing/2014/main" id="{539D88F9-B48F-F143-B90F-EDFB85A350E8}"/>
              </a:ext>
            </a:extLst>
          </p:cNvPr>
          <p:cNvSpPr txBox="1">
            <a:spLocks/>
          </p:cNvSpPr>
          <p:nvPr userDrawn="1"/>
        </p:nvSpPr>
        <p:spPr>
          <a:xfrm>
            <a:off x="503870" y="6536751"/>
            <a:ext cx="10152956" cy="138498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1088558" rtl="0" eaLnBrk="1" latinLnBrk="0" hangingPunct="1">
              <a:spcBef>
                <a:spcPts val="1800"/>
              </a:spcBef>
              <a:buClr>
                <a:schemeClr val="accent1"/>
              </a:buClr>
              <a:buSzPct val="80000"/>
              <a:buFontTx/>
              <a:buNone/>
              <a:defRPr sz="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9964" indent="-179964" algn="l" defTabSz="1088558" rtl="0" eaLnBrk="1" latinLnBrk="0" hangingPunct="1">
              <a:spcBef>
                <a:spcPts val="600"/>
              </a:spcBef>
              <a:buClr>
                <a:schemeClr val="accent1"/>
              </a:buClr>
              <a:buSzPct val="100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8775" indent="-179388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–"/>
              <a:defRPr lang="en-US" sz="18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9892" indent="-179964" algn="l" defTabSz="1088558" rtl="0" eaLnBrk="1" latinLnBrk="0" hangingPunct="1">
              <a:spcBef>
                <a:spcPts val="300"/>
              </a:spcBef>
              <a:buClr>
                <a:schemeClr val="tx1"/>
              </a:buClr>
              <a:buSzPct val="120000"/>
              <a:buFont typeface="Arial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39892" indent="0" algn="l" defTabSz="1088558" rtl="0" eaLnBrk="1" latinLnBrk="0" hangingPunct="1">
              <a:spcBef>
                <a:spcPts val="100"/>
              </a:spcBef>
              <a:buClr>
                <a:schemeClr val="tx1"/>
              </a:buClr>
              <a:buSzPct val="100000"/>
              <a:buFont typeface="Symbol" panose="05050102010706020507" pitchFamily="18" charset="2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93535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37814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8209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26373" indent="-272140" algn="l" defTabSz="108855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600" dirty="0">
                <a:latin typeface="Malgun Gothic" panose="020B0503020000020004" pitchFamily="34" charset="-127"/>
              </a:rPr>
              <a:t>Public</a:t>
            </a:r>
          </a:p>
        </p:txBody>
      </p:sp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503870" y="1620000"/>
            <a:ext cx="11183564" cy="47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503870" y="504000"/>
            <a:ext cx="11183564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  <p:grpSp>
        <p:nvGrpSpPr>
          <p:cNvPr id="6" name="Harvey 3" hidden="1">
            <a:extLst>
              <a:ext uri="{FF2B5EF4-FFF2-40B4-BE49-F238E27FC236}">
                <a16:creationId xmlns:a16="http://schemas.microsoft.com/office/drawing/2014/main" id="{B3E7C216-6801-4AB8-8D95-E7D60F39B210}"/>
              </a:ext>
            </a:extLst>
          </p:cNvPr>
          <p:cNvGrpSpPr>
            <a:grpSpLocks/>
          </p:cNvGrpSpPr>
          <p:nvPr userDrawn="1">
            <p:custDataLst>
              <p:tags r:id="rId22"/>
            </p:custDataLst>
          </p:nvPr>
        </p:nvGrpSpPr>
        <p:grpSpPr>
          <a:xfrm>
            <a:off x="3937773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7" name="Harvey 0/3 [0]">
              <a:extLst>
                <a:ext uri="{FF2B5EF4-FFF2-40B4-BE49-F238E27FC236}">
                  <a16:creationId xmlns:a16="http://schemas.microsoft.com/office/drawing/2014/main" id="{FC8CECD5-A3FB-4DD5-A846-DC09FDB6EB04}"/>
                </a:ext>
              </a:extLst>
            </p:cNvPr>
            <p:cNvSpPr>
              <a:spLocks noChangeAspect="1"/>
            </p:cNvSpPr>
            <p:nvPr>
              <p:custDataLst>
                <p:tags r:id="rId14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8" name="Harvey 1/3 [1]">
              <a:extLst>
                <a:ext uri="{FF2B5EF4-FFF2-40B4-BE49-F238E27FC236}">
                  <a16:creationId xmlns:a16="http://schemas.microsoft.com/office/drawing/2014/main" id="{750B853B-8389-4427-AFB9-1CE880FE9BEE}"/>
                </a:ext>
              </a:extLst>
            </p:cNvPr>
            <p:cNvSpPr>
              <a:spLocks noChangeAspect="1"/>
            </p:cNvSpPr>
            <p:nvPr>
              <p:custDataLst>
                <p:tags r:id="rId14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2463" y="476249"/>
                  </a:moveTo>
                  <a:arcTo wR="317500" hR="317500" stAng="1800000" swAng="14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9" name="Harvey 2/3 [2]">
              <a:extLst>
                <a:ext uri="{FF2B5EF4-FFF2-40B4-BE49-F238E27FC236}">
                  <a16:creationId xmlns:a16="http://schemas.microsoft.com/office/drawing/2014/main" id="{0CA9A207-7055-4A72-8ED2-D82605C3D0C8}"/>
                </a:ext>
              </a:extLst>
            </p:cNvPr>
            <p:cNvSpPr>
              <a:spLocks noChangeAspect="1"/>
            </p:cNvSpPr>
            <p:nvPr>
              <p:custDataLst>
                <p:tags r:id="rId14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2536" y="476250"/>
                  </a:moveTo>
                  <a:arcTo wR="317500" hR="317500" stAng="9000000" swAng="7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10" name="Harvey 3/3 [3]">
              <a:extLst>
                <a:ext uri="{FF2B5EF4-FFF2-40B4-BE49-F238E27FC236}">
                  <a16:creationId xmlns:a16="http://schemas.microsoft.com/office/drawing/2014/main" id="{4422C816-875A-41F5-9DC0-8DBAE4C5C6CB}"/>
                </a:ext>
              </a:extLst>
            </p:cNvPr>
            <p:cNvSpPr>
              <a:spLocks noChangeAspect="1"/>
            </p:cNvSpPr>
            <p:nvPr>
              <p:custDataLst>
                <p:tags r:id="rId14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</p:grpSp>
      <p:grpSp>
        <p:nvGrpSpPr>
          <p:cNvPr id="11" name="Harvey 4" hidden="1">
            <a:extLst>
              <a:ext uri="{FF2B5EF4-FFF2-40B4-BE49-F238E27FC236}">
                <a16:creationId xmlns:a16="http://schemas.microsoft.com/office/drawing/2014/main" id="{DDC5C333-7028-4F79-8940-98DC17723588}"/>
              </a:ext>
            </a:extLst>
          </p:cNvPr>
          <p:cNvGrpSpPr>
            <a:grpSpLocks/>
          </p:cNvGrpSpPr>
          <p:nvPr userDrawn="1">
            <p:custDataLst>
              <p:tags r:id="rId23"/>
            </p:custDataLst>
          </p:nvPr>
        </p:nvGrpSpPr>
        <p:grpSpPr>
          <a:xfrm>
            <a:off x="539010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3" name="Harvey 0/4 [0]">
              <a:extLst>
                <a:ext uri="{FF2B5EF4-FFF2-40B4-BE49-F238E27FC236}">
                  <a16:creationId xmlns:a16="http://schemas.microsoft.com/office/drawing/2014/main" id="{70B331E2-39A8-4BAF-8DDD-C631B51EB56E}"/>
                </a:ext>
              </a:extLst>
            </p:cNvPr>
            <p:cNvSpPr>
              <a:spLocks noChangeAspect="1"/>
            </p:cNvSpPr>
            <p:nvPr>
              <p:custDataLst>
                <p:tags r:id="rId136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14" name="Harvey 1/4 [1]">
              <a:extLst>
                <a:ext uri="{FF2B5EF4-FFF2-40B4-BE49-F238E27FC236}">
                  <a16:creationId xmlns:a16="http://schemas.microsoft.com/office/drawing/2014/main" id="{47F66FBA-2801-4875-BD13-0BF512FC3C6A}"/>
                </a:ext>
              </a:extLst>
            </p:cNvPr>
            <p:cNvSpPr>
              <a:spLocks noChangeAspect="1"/>
            </p:cNvSpPr>
            <p:nvPr>
              <p:custDataLst>
                <p:tags r:id="rId13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15" name="Harvey 2/4 [2]">
              <a:extLst>
                <a:ext uri="{FF2B5EF4-FFF2-40B4-BE49-F238E27FC236}">
                  <a16:creationId xmlns:a16="http://schemas.microsoft.com/office/drawing/2014/main" id="{99673DAB-5272-45DC-B222-CA8CAA9FD2BB}"/>
                </a:ext>
              </a:extLst>
            </p:cNvPr>
            <p:cNvSpPr>
              <a:spLocks noChangeAspect="1"/>
            </p:cNvSpPr>
            <p:nvPr>
              <p:custDataLst>
                <p:tags r:id="rId13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16" name="Harvey 3/4 [3]">
              <a:extLst>
                <a:ext uri="{FF2B5EF4-FFF2-40B4-BE49-F238E27FC236}">
                  <a16:creationId xmlns:a16="http://schemas.microsoft.com/office/drawing/2014/main" id="{F9B9444B-C98D-45FC-BA92-881D06827328}"/>
                </a:ext>
              </a:extLst>
            </p:cNvPr>
            <p:cNvSpPr>
              <a:spLocks noChangeAspect="1"/>
            </p:cNvSpPr>
            <p:nvPr>
              <p:custDataLst>
                <p:tags r:id="rId13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17" name="Harvey 4/4 [4]">
              <a:extLst>
                <a:ext uri="{FF2B5EF4-FFF2-40B4-BE49-F238E27FC236}">
                  <a16:creationId xmlns:a16="http://schemas.microsoft.com/office/drawing/2014/main" id="{5FFB853D-F550-4F16-8269-A070A19E381C}"/>
                </a:ext>
              </a:extLst>
            </p:cNvPr>
            <p:cNvSpPr>
              <a:spLocks noChangeAspect="1"/>
            </p:cNvSpPr>
            <p:nvPr>
              <p:custDataLst>
                <p:tags r:id="rId14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</p:grpSp>
      <p:grpSp>
        <p:nvGrpSpPr>
          <p:cNvPr id="18" name="Harvey 8" hidden="1">
            <a:extLst>
              <a:ext uri="{FF2B5EF4-FFF2-40B4-BE49-F238E27FC236}">
                <a16:creationId xmlns:a16="http://schemas.microsoft.com/office/drawing/2014/main" id="{0630AB66-7B5F-41CE-A2EB-2EB4C67794AE}"/>
              </a:ext>
            </a:extLst>
          </p:cNvPr>
          <p:cNvGrpSpPr>
            <a:grpSpLocks/>
          </p:cNvGrpSpPr>
          <p:nvPr userDrawn="1">
            <p:custDataLst>
              <p:tags r:id="rId24"/>
            </p:custDataLst>
          </p:nvPr>
        </p:nvGrpSpPr>
        <p:grpSpPr>
          <a:xfrm>
            <a:off x="6842432" y="3978000"/>
            <a:ext cx="1024611" cy="1024878"/>
            <a:chOff x="0" y="0"/>
            <a:chExt cx="914400" cy="914400"/>
          </a:xfrm>
          <a:solidFill>
            <a:schemeClr val="accent1"/>
          </a:solidFill>
        </p:grpSpPr>
        <p:sp>
          <p:nvSpPr>
            <p:cNvPr id="19" name="Harvey 0/8 [0]">
              <a:extLst>
                <a:ext uri="{FF2B5EF4-FFF2-40B4-BE49-F238E27FC236}">
                  <a16:creationId xmlns:a16="http://schemas.microsoft.com/office/drawing/2014/main" id="{051D5678-1EFE-40CF-8563-B5E9EA35A271}"/>
                </a:ext>
              </a:extLst>
            </p:cNvPr>
            <p:cNvSpPr>
              <a:spLocks noChangeAspect="1"/>
            </p:cNvSpPr>
            <p:nvPr>
              <p:custDataLst>
                <p:tags r:id="rId127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0" name="Harvey 1/8 [1]">
              <a:extLst>
                <a:ext uri="{FF2B5EF4-FFF2-40B4-BE49-F238E27FC236}">
                  <a16:creationId xmlns:a16="http://schemas.microsoft.com/office/drawing/2014/main" id="{E5DDEB4B-B8B3-42DA-AF30-4FD0A1770D91}"/>
                </a:ext>
              </a:extLst>
            </p:cNvPr>
            <p:cNvSpPr>
              <a:spLocks noChangeAspect="1"/>
            </p:cNvSpPr>
            <p:nvPr>
              <p:custDataLst>
                <p:tags r:id="rId128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7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92993"/>
                  </a:moveTo>
                  <a:arcTo wR="317500" hR="317500" stAng="-2700000" swAng="189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1" name="Harvey 2/8 [2]">
              <a:extLst>
                <a:ext uri="{FF2B5EF4-FFF2-40B4-BE49-F238E27FC236}">
                  <a16:creationId xmlns:a16="http://schemas.microsoft.com/office/drawing/2014/main" id="{FB9200C4-0418-4CEF-BBB8-18F997AD7CA8}"/>
                </a:ext>
              </a:extLst>
            </p:cNvPr>
            <p:cNvSpPr>
              <a:spLocks noChangeAspect="1"/>
            </p:cNvSpPr>
            <p:nvPr>
              <p:custDataLst>
                <p:tags r:id="rId129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2" name="Harvey 3/8 [3]">
              <a:extLst>
                <a:ext uri="{FF2B5EF4-FFF2-40B4-BE49-F238E27FC236}">
                  <a16:creationId xmlns:a16="http://schemas.microsoft.com/office/drawing/2014/main" id="{8E4DE7E8-0809-4E2E-BE6A-E989A6AEBF62}"/>
                </a:ext>
              </a:extLst>
            </p:cNvPr>
            <p:cNvSpPr>
              <a:spLocks noChangeAspect="1"/>
            </p:cNvSpPr>
            <p:nvPr>
              <p:custDataLst>
                <p:tags r:id="rId130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1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2006" y="542006"/>
                  </a:moveTo>
                  <a:arcTo wR="317500" hR="317500" stAng="2700000" swAng="135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3" name="Harvey 4/8 [4]">
              <a:extLst>
                <a:ext uri="{FF2B5EF4-FFF2-40B4-BE49-F238E27FC236}">
                  <a16:creationId xmlns:a16="http://schemas.microsoft.com/office/drawing/2014/main" id="{F839E6A9-0DED-402B-8F4C-2176769B55CD}"/>
                </a:ext>
              </a:extLst>
            </p:cNvPr>
            <p:cNvSpPr>
              <a:spLocks noChangeAspect="1"/>
            </p:cNvSpPr>
            <p:nvPr>
              <p:custDataLst>
                <p:tags r:id="rId131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4" name="Harvey 5/8 [5]">
              <a:extLst>
                <a:ext uri="{FF2B5EF4-FFF2-40B4-BE49-F238E27FC236}">
                  <a16:creationId xmlns:a16="http://schemas.microsoft.com/office/drawing/2014/main" id="{C3EE8663-AD08-4237-8344-6543EC4B688C}"/>
                </a:ext>
              </a:extLst>
            </p:cNvPr>
            <p:cNvSpPr>
              <a:spLocks noChangeAspect="1"/>
            </p:cNvSpPr>
            <p:nvPr>
              <p:custDataLst>
                <p:tags r:id="rId132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5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542006"/>
                  </a:moveTo>
                  <a:arcTo wR="317500" hR="317500" stAng="8100000" swAng="81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5" name="Harvey 6/8 [6]">
              <a:extLst>
                <a:ext uri="{FF2B5EF4-FFF2-40B4-BE49-F238E27FC236}">
                  <a16:creationId xmlns:a16="http://schemas.microsoft.com/office/drawing/2014/main" id="{ADE6F931-D156-4E59-A3ED-0B14B5F0EF7E}"/>
                </a:ext>
              </a:extLst>
            </p:cNvPr>
            <p:cNvSpPr>
              <a:spLocks noChangeAspect="1"/>
            </p:cNvSpPr>
            <p:nvPr>
              <p:custDataLst>
                <p:tags r:id="rId133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6" name="Harvey 7/8 [7]">
              <a:extLst>
                <a:ext uri="{FF2B5EF4-FFF2-40B4-BE49-F238E27FC236}">
                  <a16:creationId xmlns:a16="http://schemas.microsoft.com/office/drawing/2014/main" id="{A36821AE-2FF1-4F6E-AAF3-1BEA6AE153B8}"/>
                </a:ext>
              </a:extLst>
            </p:cNvPr>
            <p:cNvSpPr>
              <a:spLocks noChangeAspect="1"/>
            </p:cNvSpPr>
            <p:nvPr>
              <p:custDataLst>
                <p:tags r:id="rId134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9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2993" y="92993"/>
                  </a:moveTo>
                  <a:arcTo wR="317500" hR="317500" stAng="13500000" swAng="27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  <p:sp>
          <p:nvSpPr>
            <p:cNvPr id="27" name="Harvey 8/8 [8]">
              <a:extLst>
                <a:ext uri="{FF2B5EF4-FFF2-40B4-BE49-F238E27FC236}">
                  <a16:creationId xmlns:a16="http://schemas.microsoft.com/office/drawing/2014/main" id="{2D277E47-45D5-4503-8443-BED560C6560A}"/>
                </a:ext>
              </a:extLst>
            </p:cNvPr>
            <p:cNvSpPr>
              <a:spLocks noChangeAspect="1"/>
            </p:cNvSpPr>
            <p:nvPr>
              <p:custDataLst>
                <p:tags r:id="rId135"/>
              </p:custDataLst>
            </p:nvPr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>
                <a:solidFill>
                  <a:schemeClr val="tx1"/>
                </a:solidFill>
                <a:latin typeface="Malgun Gothic" panose="020B0503020000020004" pitchFamily="34" charset="-127"/>
              </a:endParaRPr>
            </a:p>
          </p:txBody>
        </p:sp>
      </p:grpSp>
      <p:grpSp>
        <p:nvGrpSpPr>
          <p:cNvPr id="28" name="Harvey 100" hidden="1">
            <a:extLst>
              <a:ext uri="{FF2B5EF4-FFF2-40B4-BE49-F238E27FC236}">
                <a16:creationId xmlns:a16="http://schemas.microsoft.com/office/drawing/2014/main" id="{6D5D9337-395C-4FE4-97E6-E1CD47A644E9}"/>
              </a:ext>
            </a:extLst>
          </p:cNvPr>
          <p:cNvGrpSpPr/>
          <p:nvPr userDrawn="1">
            <p:custDataLst>
              <p:tags r:id="rId25"/>
            </p:custDataLst>
          </p:nvPr>
        </p:nvGrpSpPr>
        <p:grpSpPr>
          <a:xfrm>
            <a:off x="8294762" y="3978000"/>
            <a:ext cx="1024611" cy="1024878"/>
            <a:chOff x="4334905" y="3282696"/>
            <a:chExt cx="292608" cy="292608"/>
          </a:xfrm>
          <a:solidFill>
            <a:schemeClr val="accent1"/>
          </a:solidFill>
        </p:grpSpPr>
        <p:sp>
          <p:nvSpPr>
            <p:cNvPr id="29" name="Harvey 0/100 [0]">
              <a:extLst>
                <a:ext uri="{FF2B5EF4-FFF2-40B4-BE49-F238E27FC236}">
                  <a16:creationId xmlns:a16="http://schemas.microsoft.com/office/drawing/2014/main" id="{C2D4C837-2D4B-4D6B-81F8-9B001989609B}"/>
                </a:ext>
              </a:extLst>
            </p:cNvPr>
            <p:cNvSpPr>
              <a:spLocks noChangeAspect="1"/>
            </p:cNvSpPr>
            <p:nvPr>
              <p:custDataLst>
                <p:tags r:id="rId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 fill="none">
                  <a:moveTo>
                    <a:pt x="317500" y="0"/>
                  </a:moveTo>
                  <a:arcTo wR="317500" hR="317500" stAng="-5400000" swAng="216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0" name="Harvey 1/100 [1]">
              <a:extLst>
                <a:ext uri="{FF2B5EF4-FFF2-40B4-BE49-F238E27FC236}">
                  <a16:creationId xmlns:a16="http://schemas.microsoft.com/office/drawing/2014/main" id="{BACD6AAA-4A1C-46BE-B491-9A4A9C7C56F3}"/>
                </a:ext>
              </a:extLst>
            </p:cNvPr>
            <p:cNvSpPr>
              <a:spLocks noChangeAspect="1"/>
            </p:cNvSpPr>
            <p:nvPr>
              <p:custDataLst>
                <p:tags r:id="rId2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26"/>
                  </a:moveTo>
                  <a:arcTo wR="317500" hR="317500" stAng="-5184000" swAng="213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1" name="Harvey 2/100 [2]">
              <a:extLst>
                <a:ext uri="{FF2B5EF4-FFF2-40B4-BE49-F238E27FC236}">
                  <a16:creationId xmlns:a16="http://schemas.microsoft.com/office/drawing/2014/main" id="{701024C3-4DEF-477C-9CFB-100E0303499E}"/>
                </a:ext>
              </a:extLst>
            </p:cNvPr>
            <p:cNvSpPr>
              <a:spLocks noChangeAspect="1"/>
            </p:cNvSpPr>
            <p:nvPr>
              <p:custDataLst>
                <p:tags r:id="rId2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2503"/>
                  </a:moveTo>
                  <a:arcTo wR="317500" hR="317500" stAng="-4968000" swAng="211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2" name="Harvey 3/100 [3]">
              <a:extLst>
                <a:ext uri="{FF2B5EF4-FFF2-40B4-BE49-F238E27FC236}">
                  <a16:creationId xmlns:a16="http://schemas.microsoft.com/office/drawing/2014/main" id="{46A461CD-8D28-4422-AF2A-8267EFA51CAD}"/>
                </a:ext>
              </a:extLst>
            </p:cNvPr>
            <p:cNvSpPr>
              <a:spLocks noChangeAspect="1"/>
            </p:cNvSpPr>
            <p:nvPr>
              <p:custDataLst>
                <p:tags r:id="rId2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5623"/>
                  </a:moveTo>
                  <a:arcTo wR="317500" hR="317500" stAng="-4752000" swAng="209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3" name="Harvey 4/100 [4]">
              <a:extLst>
                <a:ext uri="{FF2B5EF4-FFF2-40B4-BE49-F238E27FC236}">
                  <a16:creationId xmlns:a16="http://schemas.microsoft.com/office/drawing/2014/main" id="{0A337C3A-F021-437D-9E3D-FDE5AF266029}"/>
                </a:ext>
              </a:extLst>
            </p:cNvPr>
            <p:cNvSpPr>
              <a:spLocks noChangeAspect="1"/>
            </p:cNvSpPr>
            <p:nvPr>
              <p:custDataLst>
                <p:tags r:id="rId3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9974"/>
                  </a:moveTo>
                  <a:arcTo wR="317500" hR="317500" stAng="-4536000" swAng="2073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5" name="Harvey 5/100 [5]">
              <a:extLst>
                <a:ext uri="{FF2B5EF4-FFF2-40B4-BE49-F238E27FC236}">
                  <a16:creationId xmlns:a16="http://schemas.microsoft.com/office/drawing/2014/main" id="{BDF66AF7-3D75-4118-B7E6-241B2C41B2C9}"/>
                </a:ext>
              </a:extLst>
            </p:cNvPr>
            <p:cNvSpPr>
              <a:spLocks noChangeAspect="1"/>
            </p:cNvSpPr>
            <p:nvPr>
              <p:custDataLst>
                <p:tags r:id="rId3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15539"/>
                  </a:moveTo>
                  <a:arcTo wR="317500" hR="317500" stAng="-4320000" swAng="2052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6" name="Harvey 6/100 [6]">
              <a:extLst>
                <a:ext uri="{FF2B5EF4-FFF2-40B4-BE49-F238E27FC236}">
                  <a16:creationId xmlns:a16="http://schemas.microsoft.com/office/drawing/2014/main" id="{E74E7438-4315-4097-9BA7-F0CE3252AC14}"/>
                </a:ext>
              </a:extLst>
            </p:cNvPr>
            <p:cNvSpPr>
              <a:spLocks noChangeAspect="1"/>
            </p:cNvSpPr>
            <p:nvPr>
              <p:custDataLst>
                <p:tags r:id="rId3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22295"/>
                  </a:moveTo>
                  <a:arcTo wR="317500" hR="317500" stAng="-4104000" swAng="2030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7" name="Harvey 7/100 [7]">
              <a:extLst>
                <a:ext uri="{FF2B5EF4-FFF2-40B4-BE49-F238E27FC236}">
                  <a16:creationId xmlns:a16="http://schemas.microsoft.com/office/drawing/2014/main" id="{FEBA4E91-97BB-4DAC-B193-66FA4828DB26}"/>
                </a:ext>
              </a:extLst>
            </p:cNvPr>
            <p:cNvSpPr>
              <a:spLocks noChangeAspect="1"/>
            </p:cNvSpPr>
            <p:nvPr>
              <p:custDataLst>
                <p:tags r:id="rId3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30217"/>
                  </a:moveTo>
                  <a:arcTo wR="317500" hR="317500" stAng="-3888000" swAng="200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8" name="Harvey 8/100 [8]">
              <a:extLst>
                <a:ext uri="{FF2B5EF4-FFF2-40B4-BE49-F238E27FC236}">
                  <a16:creationId xmlns:a16="http://schemas.microsoft.com/office/drawing/2014/main" id="{EEB85E02-177B-40CF-B926-A4423CC7C827}"/>
                </a:ext>
              </a:extLst>
            </p:cNvPr>
            <p:cNvSpPr>
              <a:spLocks noChangeAspect="1"/>
            </p:cNvSpPr>
            <p:nvPr>
              <p:custDataLst>
                <p:tags r:id="rId3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39272"/>
                  </a:moveTo>
                  <a:arcTo wR="317500" hR="317500" stAng="-3672000" swAng="198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39" name="Harvey 9/100 [9]">
              <a:extLst>
                <a:ext uri="{FF2B5EF4-FFF2-40B4-BE49-F238E27FC236}">
                  <a16:creationId xmlns:a16="http://schemas.microsoft.com/office/drawing/2014/main" id="{C133BC7F-B0E3-404F-92D1-BB930C4F3311}"/>
                </a:ext>
              </a:extLst>
            </p:cNvPr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49425"/>
                  </a:moveTo>
                  <a:arcTo wR="317500" hR="317500" stAng="-3456000" swAng="196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0" name="Harvey 10/100 [10]">
              <a:extLst>
                <a:ext uri="{FF2B5EF4-FFF2-40B4-BE49-F238E27FC236}">
                  <a16:creationId xmlns:a16="http://schemas.microsoft.com/office/drawing/2014/main" id="{F2FB72A6-CDF7-48B3-A3B8-5A5FC061802C}"/>
                </a:ext>
              </a:extLst>
            </p:cNvPr>
            <p:cNvSpPr>
              <a:spLocks noChangeAspect="1"/>
            </p:cNvSpPr>
            <p:nvPr>
              <p:custDataLst>
                <p:tags r:id="rId3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60637"/>
                  </a:moveTo>
                  <a:arcTo wR="317500" hR="317500" stAng="-3240000" swAng="194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1" name="Harvey 11/100 [11]">
              <a:extLst>
                <a:ext uri="{FF2B5EF4-FFF2-40B4-BE49-F238E27FC236}">
                  <a16:creationId xmlns:a16="http://schemas.microsoft.com/office/drawing/2014/main" id="{F3110C8B-1B18-4579-AB3F-0F4A0840CF38}"/>
                </a:ext>
              </a:extLst>
            </p:cNvPr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3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72862"/>
                  </a:moveTo>
                  <a:arcTo wR="317500" hR="317500" stAng="-3024000" swAng="192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2" name="Harvey 12/100 [12]">
              <a:extLst>
                <a:ext uri="{FF2B5EF4-FFF2-40B4-BE49-F238E27FC236}">
                  <a16:creationId xmlns:a16="http://schemas.microsoft.com/office/drawing/2014/main" id="{84A1B722-E5AC-45F7-9498-7FF502B6FA2B}"/>
                </a:ext>
              </a:extLst>
            </p:cNvPr>
            <p:cNvSpPr>
              <a:spLocks noChangeAspect="1"/>
            </p:cNvSpPr>
            <p:nvPr>
              <p:custDataLst>
                <p:tags r:id="rId3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5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86052"/>
                  </a:moveTo>
                  <a:arcTo wR="317500" hR="317500" stAng="-2808000" swAng="190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3" name="Harvey 13/100 [13]">
              <a:extLst>
                <a:ext uri="{FF2B5EF4-FFF2-40B4-BE49-F238E27FC236}">
                  <a16:creationId xmlns:a16="http://schemas.microsoft.com/office/drawing/2014/main" id="{A5599F20-B957-4DF9-8B04-F2B77AAF0BDB}"/>
                </a:ext>
              </a:extLst>
            </p:cNvPr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8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100156"/>
                  </a:moveTo>
                  <a:arcTo wR="317500" hR="317500" stAng="-2591999" swAng="187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4" name="Harvey 14/100 [14]">
              <a:extLst>
                <a:ext uri="{FF2B5EF4-FFF2-40B4-BE49-F238E27FC236}">
                  <a16:creationId xmlns:a16="http://schemas.microsoft.com/office/drawing/2014/main" id="{F74357FC-EB3D-46C4-B56A-5007C9F4FB84}"/>
                </a:ext>
              </a:extLst>
            </p:cNvPr>
            <p:cNvSpPr>
              <a:spLocks noChangeAspect="1"/>
            </p:cNvSpPr>
            <p:nvPr>
              <p:custDataLst>
                <p:tags r:id="rId4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0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115117"/>
                  </a:moveTo>
                  <a:arcTo wR="317500" hR="317500" stAng="-2375999" swAng="185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5" name="Harvey 15/100 [15]">
              <a:extLst>
                <a:ext uri="{FF2B5EF4-FFF2-40B4-BE49-F238E27FC236}">
                  <a16:creationId xmlns:a16="http://schemas.microsoft.com/office/drawing/2014/main" id="{32E8E8F3-9DBC-46F4-9700-CAF071913650}"/>
                </a:ext>
              </a:extLst>
            </p:cNvPr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2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130878"/>
                  </a:moveTo>
                  <a:arcTo wR="317500" hR="317500" stAng="-2160000" swAng="183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6" name="Harvey 16/100 [16]">
              <a:extLst>
                <a:ext uri="{FF2B5EF4-FFF2-40B4-BE49-F238E27FC236}">
                  <a16:creationId xmlns:a16="http://schemas.microsoft.com/office/drawing/2014/main" id="{71360883-3CF3-4439-9568-E456C60454A8}"/>
                </a:ext>
              </a:extLst>
            </p:cNvPr>
            <p:cNvSpPr>
              <a:spLocks noChangeAspect="1"/>
            </p:cNvSpPr>
            <p:nvPr>
              <p:custDataLst>
                <p:tags r:id="rId4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4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147374"/>
                  </a:moveTo>
                  <a:arcTo wR="317500" hR="317500" stAng="-1944000" swAng="181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7" name="Harvey 17/100 [17]">
              <a:extLst>
                <a:ext uri="{FF2B5EF4-FFF2-40B4-BE49-F238E27FC236}">
                  <a16:creationId xmlns:a16="http://schemas.microsoft.com/office/drawing/2014/main" id="{AE88FC9E-FB95-4413-AE3E-B8BF504735B5}"/>
                </a:ext>
              </a:extLst>
            </p:cNvPr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6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164543"/>
                  </a:moveTo>
                  <a:arcTo wR="317500" hR="317500" stAng="-1727999" swAng="179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8" name="Harvey 18/100 [18]">
              <a:extLst>
                <a:ext uri="{FF2B5EF4-FFF2-40B4-BE49-F238E27FC236}">
                  <a16:creationId xmlns:a16="http://schemas.microsoft.com/office/drawing/2014/main" id="{62593B83-E4BE-4CE8-9B0B-25AF9B7D4254}"/>
                </a:ext>
              </a:extLst>
            </p:cNvPr>
            <p:cNvSpPr>
              <a:spLocks noChangeAspect="1"/>
            </p:cNvSpPr>
            <p:nvPr>
              <p:custDataLst>
                <p:tags r:id="rId4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38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182315"/>
                  </a:moveTo>
                  <a:arcTo wR="317500" hR="317500" stAng="-1512000" swAng="177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49" name="Harvey 19/100 [19]">
              <a:extLst>
                <a:ext uri="{FF2B5EF4-FFF2-40B4-BE49-F238E27FC236}">
                  <a16:creationId xmlns:a16="http://schemas.microsoft.com/office/drawing/2014/main" id="{CD41838E-0172-403D-9B68-FD51310F5400}"/>
                </a:ext>
              </a:extLst>
            </p:cNvPr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1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200620"/>
                  </a:moveTo>
                  <a:arcTo wR="317500" hR="317500" stAng="-1295999" swAng="174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0" name="Harvey 20/100 [20]">
              <a:extLst>
                <a:ext uri="{FF2B5EF4-FFF2-40B4-BE49-F238E27FC236}">
                  <a16:creationId xmlns:a16="http://schemas.microsoft.com/office/drawing/2014/main" id="{EDE3F4CF-CB3E-40C2-B070-AC09F1E8FBD5}"/>
                </a:ext>
              </a:extLst>
            </p:cNvPr>
            <p:cNvSpPr>
              <a:spLocks noChangeAspect="1"/>
            </p:cNvSpPr>
            <p:nvPr>
              <p:custDataLst>
                <p:tags r:id="rId4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3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219387"/>
                  </a:moveTo>
                  <a:arcTo wR="317500" hR="317500" stAng="-1080000" swAng="172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1" name="Harvey 21/100 [21]">
              <a:extLst>
                <a:ext uri="{FF2B5EF4-FFF2-40B4-BE49-F238E27FC236}">
                  <a16:creationId xmlns:a16="http://schemas.microsoft.com/office/drawing/2014/main" id="{CD8E25E7-83D2-4F78-92A7-435281704491}"/>
                </a:ext>
              </a:extLst>
            </p:cNvPr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5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238540"/>
                  </a:moveTo>
                  <a:arcTo wR="317500" hR="317500" stAng="-864000" swAng="170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2" name="Harvey 22/100 [22]">
              <a:extLst>
                <a:ext uri="{FF2B5EF4-FFF2-40B4-BE49-F238E27FC236}">
                  <a16:creationId xmlns:a16="http://schemas.microsoft.com/office/drawing/2014/main" id="{C6A696FB-9EFC-47F6-9860-247C48C1FC3D}"/>
                </a:ext>
              </a:extLst>
            </p:cNvPr>
            <p:cNvSpPr>
              <a:spLocks noChangeAspect="1"/>
            </p:cNvSpPr>
            <p:nvPr>
              <p:custDataLst>
                <p:tags r:id="rId4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7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258006"/>
                  </a:moveTo>
                  <a:arcTo wR="317500" hR="317500" stAng="-647999" swAng="168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3" name="Harvey 23/100 [23]">
              <a:extLst>
                <a:ext uri="{FF2B5EF4-FFF2-40B4-BE49-F238E27FC236}">
                  <a16:creationId xmlns:a16="http://schemas.microsoft.com/office/drawing/2014/main" id="{252958D2-EE89-4FBF-BF7B-C8AFAD704413}"/>
                </a:ext>
              </a:extLst>
            </p:cNvPr>
            <p:cNvSpPr>
              <a:spLocks noChangeAspect="1"/>
            </p:cNvSpPr>
            <p:nvPr>
              <p:custDataLst>
                <p:tags r:id="rId4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49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277706"/>
                  </a:moveTo>
                  <a:arcTo wR="317500" hR="317500" stAng="-432000" swAng="166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4" name="Harvey 24/100 [24]">
              <a:extLst>
                <a:ext uri="{FF2B5EF4-FFF2-40B4-BE49-F238E27FC236}">
                  <a16:creationId xmlns:a16="http://schemas.microsoft.com/office/drawing/2014/main" id="{314E82DC-04B6-406C-9D65-1115F4D2AA22}"/>
                </a:ext>
              </a:extLst>
            </p:cNvPr>
            <p:cNvSpPr>
              <a:spLocks noChangeAspect="1"/>
            </p:cNvSpPr>
            <p:nvPr>
              <p:custDataLst>
                <p:tags r:id="rId5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1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297564"/>
                  </a:moveTo>
                  <a:arcTo wR="317500" hR="317500" stAng="-216000" swAng="164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5" name="Harvey 25/100 [25]">
              <a:extLst>
                <a:ext uri="{FF2B5EF4-FFF2-40B4-BE49-F238E27FC236}">
                  <a16:creationId xmlns:a16="http://schemas.microsoft.com/office/drawing/2014/main" id="{669D1B60-A74F-4296-8610-F3DCDDC15022}"/>
                </a:ext>
              </a:extLst>
            </p:cNvPr>
            <p:cNvSpPr>
              <a:spLocks noChangeAspect="1"/>
            </p:cNvSpPr>
            <p:nvPr>
              <p:custDataLst>
                <p:tags r:id="rId5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4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5000" y="317500"/>
                  </a:moveTo>
                  <a:arcTo wR="317500" hR="317500" stAng="0" swAng="162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6" name="Harvey 26/100 [26]">
              <a:extLst>
                <a:ext uri="{FF2B5EF4-FFF2-40B4-BE49-F238E27FC236}">
                  <a16:creationId xmlns:a16="http://schemas.microsoft.com/office/drawing/2014/main" id="{FF6DD112-04B6-4656-AB9D-1F9950FEE2D9}"/>
                </a:ext>
              </a:extLst>
            </p:cNvPr>
            <p:cNvSpPr>
              <a:spLocks noChangeAspect="1"/>
            </p:cNvSpPr>
            <p:nvPr>
              <p:custDataLst>
                <p:tags r:id="rId5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6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4373" y="337435"/>
                  </a:moveTo>
                  <a:arcTo wR="317500" hR="317500" stAng="216000" swAng="159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7" name="Harvey 27/100 [27]">
              <a:extLst>
                <a:ext uri="{FF2B5EF4-FFF2-40B4-BE49-F238E27FC236}">
                  <a16:creationId xmlns:a16="http://schemas.microsoft.com/office/drawing/2014/main" id="{E2928B53-FC5C-427C-AE65-9286773D84B2}"/>
                </a:ext>
              </a:extLst>
            </p:cNvPr>
            <p:cNvSpPr>
              <a:spLocks noChangeAspect="1"/>
            </p:cNvSpPr>
            <p:nvPr>
              <p:custDataLst>
                <p:tags r:id="rId5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58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32496" y="357293"/>
                  </a:moveTo>
                  <a:arcTo wR="317500" hR="317500" stAng="432000" swAng="157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8" name="Harvey 28/100 [28]">
              <a:extLst>
                <a:ext uri="{FF2B5EF4-FFF2-40B4-BE49-F238E27FC236}">
                  <a16:creationId xmlns:a16="http://schemas.microsoft.com/office/drawing/2014/main" id="{D8CF4F20-8FEC-47FF-9B86-E818143B2C19}"/>
                </a:ext>
              </a:extLst>
            </p:cNvPr>
            <p:cNvSpPr>
              <a:spLocks noChangeAspect="1"/>
            </p:cNvSpPr>
            <p:nvPr>
              <p:custDataLst>
                <p:tags r:id="rId5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0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9376" y="376993"/>
                  </a:moveTo>
                  <a:arcTo wR="317500" hR="317500" stAng="648000" swAng="155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59" name="Harvey 29/100 [29]">
              <a:extLst>
                <a:ext uri="{FF2B5EF4-FFF2-40B4-BE49-F238E27FC236}">
                  <a16:creationId xmlns:a16="http://schemas.microsoft.com/office/drawing/2014/main" id="{E1AF074D-4599-4D0E-8078-66303FEBDE44}"/>
                </a:ext>
              </a:extLst>
            </p:cNvPr>
            <p:cNvSpPr>
              <a:spLocks noChangeAspect="1"/>
            </p:cNvSpPr>
            <p:nvPr>
              <p:custDataLst>
                <p:tags r:id="rId5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26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5025" y="396459"/>
                  </a:moveTo>
                  <a:arcTo wR="317500" hR="317500" stAng="863999" swAng="153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0" name="Harvey 30/100 [30]">
              <a:extLst>
                <a:ext uri="{FF2B5EF4-FFF2-40B4-BE49-F238E27FC236}">
                  <a16:creationId xmlns:a16="http://schemas.microsoft.com/office/drawing/2014/main" id="{2DF9C982-C062-4899-8A5F-20F49AD9E1B5}"/>
                </a:ext>
              </a:extLst>
            </p:cNvPr>
            <p:cNvSpPr>
              <a:spLocks noChangeAspect="1"/>
            </p:cNvSpPr>
            <p:nvPr>
              <p:custDataLst>
                <p:tags r:id="rId5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4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9460" y="415612"/>
                  </a:moveTo>
                  <a:arcTo wR="317500" hR="317500" stAng="1080000" swAng="151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1" name="Harvey 31/100 [31]">
              <a:extLst>
                <a:ext uri="{FF2B5EF4-FFF2-40B4-BE49-F238E27FC236}">
                  <a16:creationId xmlns:a16="http://schemas.microsoft.com/office/drawing/2014/main" id="{E98CD797-9DD9-4143-9058-D1ABF95E7406}"/>
                </a:ext>
              </a:extLst>
            </p:cNvPr>
            <p:cNvSpPr>
              <a:spLocks noChangeAspect="1"/>
            </p:cNvSpPr>
            <p:nvPr>
              <p:custDataLst>
                <p:tags r:id="rId5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6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12704" y="434379"/>
                  </a:moveTo>
                  <a:arcTo wR="317500" hR="317500" stAng="1295999" swAng="149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2" name="Harvey 32/100 [32]">
              <a:extLst>
                <a:ext uri="{FF2B5EF4-FFF2-40B4-BE49-F238E27FC236}">
                  <a16:creationId xmlns:a16="http://schemas.microsoft.com/office/drawing/2014/main" id="{39029FE4-844F-47DA-8FEF-FB68673FF10C}"/>
                </a:ext>
              </a:extLst>
            </p:cNvPr>
            <p:cNvSpPr>
              <a:spLocks noChangeAspect="1"/>
            </p:cNvSpPr>
            <p:nvPr>
              <p:custDataLst>
                <p:tags r:id="rId5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69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4782" y="452684"/>
                  </a:moveTo>
                  <a:arcTo wR="317500" hR="317500" stAng="1512000" swAng="1468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3" name="Harvey 33/100 [33]">
              <a:extLst>
                <a:ext uri="{FF2B5EF4-FFF2-40B4-BE49-F238E27FC236}">
                  <a16:creationId xmlns:a16="http://schemas.microsoft.com/office/drawing/2014/main" id="{B99AA4D4-9C74-447B-89EF-8FD268FF95EE}"/>
                </a:ext>
              </a:extLst>
            </p:cNvPr>
            <p:cNvSpPr>
              <a:spLocks noChangeAspect="1"/>
            </p:cNvSpPr>
            <p:nvPr>
              <p:custDataLst>
                <p:tags r:id="rId5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1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95727" y="470456"/>
                  </a:moveTo>
                  <a:arcTo wR="317500" hR="317500" stAng="1728000" swAng="144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4" name="Harvey 34/100 [34]">
              <a:extLst>
                <a:ext uri="{FF2B5EF4-FFF2-40B4-BE49-F238E27FC236}">
                  <a16:creationId xmlns:a16="http://schemas.microsoft.com/office/drawing/2014/main" id="{0880CCDE-4DDE-49A8-AFB2-FDDCE314B4D3}"/>
                </a:ext>
              </a:extLst>
            </p:cNvPr>
            <p:cNvSpPr>
              <a:spLocks noChangeAspect="1"/>
            </p:cNvSpPr>
            <p:nvPr>
              <p:custDataLst>
                <p:tags r:id="rId6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3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85574" y="487625"/>
                  </a:moveTo>
                  <a:arcTo wR="317500" hR="317500" stAng="1944000" swAng="1425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5" name="Harvey 35/100 [35]">
              <a:extLst>
                <a:ext uri="{FF2B5EF4-FFF2-40B4-BE49-F238E27FC236}">
                  <a16:creationId xmlns:a16="http://schemas.microsoft.com/office/drawing/2014/main" id="{F37E834A-F9D8-4623-BC85-60359856CCD0}"/>
                </a:ext>
              </a:extLst>
            </p:cNvPr>
            <p:cNvSpPr>
              <a:spLocks noChangeAspect="1"/>
            </p:cNvSpPr>
            <p:nvPr>
              <p:custDataLst>
                <p:tags r:id="rId6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55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74362" y="504121"/>
                  </a:moveTo>
                  <a:arcTo wR="317500" hR="317500" stAng="2159999" swAng="140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6" name="Harvey 36/100 [36]">
              <a:extLst>
                <a:ext uri="{FF2B5EF4-FFF2-40B4-BE49-F238E27FC236}">
                  <a16:creationId xmlns:a16="http://schemas.microsoft.com/office/drawing/2014/main" id="{15163940-B229-4368-B727-3714123C78AB}"/>
                </a:ext>
              </a:extLst>
            </p:cNvPr>
            <p:cNvSpPr>
              <a:spLocks noChangeAspect="1"/>
            </p:cNvSpPr>
            <p:nvPr>
              <p:custDataLst>
                <p:tags r:id="rId6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7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137" y="519882"/>
                  </a:moveTo>
                  <a:arcTo wR="317500" hR="317500" stAng="2375999" swAng="138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7" name="Harvey 37/100 [37]">
              <a:extLst>
                <a:ext uri="{FF2B5EF4-FFF2-40B4-BE49-F238E27FC236}">
                  <a16:creationId xmlns:a16="http://schemas.microsoft.com/office/drawing/2014/main" id="{64BAECDC-27C7-4333-B9D8-59DE42A1B1AA}"/>
                </a:ext>
              </a:extLst>
            </p:cNvPr>
            <p:cNvSpPr>
              <a:spLocks noChangeAspect="1"/>
            </p:cNvSpPr>
            <p:nvPr>
              <p:custDataLst>
                <p:tags r:id="rId6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7991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48947" y="534843"/>
                  </a:moveTo>
                  <a:arcTo wR="317500" hR="317500" stAng="2591999" swAng="136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8" name="Harvey 38/100 [38]">
              <a:extLst>
                <a:ext uri="{FF2B5EF4-FFF2-40B4-BE49-F238E27FC236}">
                  <a16:creationId xmlns:a16="http://schemas.microsoft.com/office/drawing/2014/main" id="{4F018A0A-A74A-4E47-BC47-203679D4F8C0}"/>
                </a:ext>
              </a:extLst>
            </p:cNvPr>
            <p:cNvSpPr>
              <a:spLocks noChangeAspect="1"/>
            </p:cNvSpPr>
            <p:nvPr>
              <p:custDataLst>
                <p:tags r:id="rId6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2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34843" y="548947"/>
                  </a:moveTo>
                  <a:arcTo wR="317500" hR="317500" stAng="2808000" swAng="1339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69" name="Harvey 39/100 [39]">
              <a:extLst>
                <a:ext uri="{FF2B5EF4-FFF2-40B4-BE49-F238E27FC236}">
                  <a16:creationId xmlns:a16="http://schemas.microsoft.com/office/drawing/2014/main" id="{ACA75957-9FDB-46A2-82EC-77103CBEAC52}"/>
                </a:ext>
              </a:extLst>
            </p:cNvPr>
            <p:cNvSpPr>
              <a:spLocks noChangeAspect="1"/>
            </p:cNvSpPr>
            <p:nvPr>
              <p:custDataLst>
                <p:tags r:id="rId6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4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19882" y="562137"/>
                  </a:moveTo>
                  <a:arcTo wR="317500" hR="317500" stAng="3024000" swAng="131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0" name="Harvey 40/100 [40]">
              <a:extLst>
                <a:ext uri="{FF2B5EF4-FFF2-40B4-BE49-F238E27FC236}">
                  <a16:creationId xmlns:a16="http://schemas.microsoft.com/office/drawing/2014/main" id="{025DFA7F-A073-422A-8D20-E27D1ABE4342}"/>
                </a:ext>
              </a:extLst>
            </p:cNvPr>
            <p:cNvSpPr>
              <a:spLocks noChangeAspect="1"/>
            </p:cNvSpPr>
            <p:nvPr>
              <p:custDataLst>
                <p:tags r:id="rId6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6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04121" y="574362"/>
                  </a:moveTo>
                  <a:arcTo wR="317500" hR="317500" stAng="3240000" swAng="1296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1" name="Harvey 41/100 [41]">
              <a:extLst>
                <a:ext uri="{FF2B5EF4-FFF2-40B4-BE49-F238E27FC236}">
                  <a16:creationId xmlns:a16="http://schemas.microsoft.com/office/drawing/2014/main" id="{BF311CE9-A4CB-4965-8F0F-5B6811E9FB20}"/>
                </a:ext>
              </a:extLst>
            </p:cNvPr>
            <p:cNvSpPr>
              <a:spLocks noChangeAspect="1"/>
            </p:cNvSpPr>
            <p:nvPr>
              <p:custDataLst>
                <p:tags r:id="rId6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88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87625" y="585574"/>
                  </a:moveTo>
                  <a:arcTo wR="317500" hR="317500" stAng="3455999" swAng="1274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2" name="Harvey 42/100 [42]">
              <a:extLst>
                <a:ext uri="{FF2B5EF4-FFF2-40B4-BE49-F238E27FC236}">
                  <a16:creationId xmlns:a16="http://schemas.microsoft.com/office/drawing/2014/main" id="{1B415A3D-1E85-4E6A-8BAB-3BB56600BA4F}"/>
                </a:ext>
              </a:extLst>
            </p:cNvPr>
            <p:cNvSpPr>
              <a:spLocks noChangeAspect="1"/>
            </p:cNvSpPr>
            <p:nvPr>
              <p:custDataLst>
                <p:tags r:id="rId6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0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70456" y="595727"/>
                  </a:moveTo>
                  <a:arcTo wR="317500" hR="317500" stAng="3671999" swAng="1252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3" name="Harvey 43/100 [43]">
              <a:extLst>
                <a:ext uri="{FF2B5EF4-FFF2-40B4-BE49-F238E27FC236}">
                  <a16:creationId xmlns:a16="http://schemas.microsoft.com/office/drawing/2014/main" id="{7EAD6077-4487-4E7D-846D-445E65B5291C}"/>
                </a:ext>
              </a:extLst>
            </p:cNvPr>
            <p:cNvSpPr>
              <a:spLocks noChangeAspect="1"/>
            </p:cNvSpPr>
            <p:nvPr>
              <p:custDataLst>
                <p:tags r:id="rId6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2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52684" y="604782"/>
                  </a:moveTo>
                  <a:arcTo wR="317500" hR="317500" stAng="3888000" swAng="1231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4" name="Harvey 44/100 [44]">
              <a:extLst>
                <a:ext uri="{FF2B5EF4-FFF2-40B4-BE49-F238E27FC236}">
                  <a16:creationId xmlns:a16="http://schemas.microsoft.com/office/drawing/2014/main" id="{4B57ADAF-4A83-4CB4-8920-E2B9F994E83E}"/>
                </a:ext>
              </a:extLst>
            </p:cNvPr>
            <p:cNvSpPr>
              <a:spLocks noChangeAspect="1"/>
            </p:cNvSpPr>
            <p:nvPr>
              <p:custDataLst>
                <p:tags r:id="rId7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5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34379" y="612704"/>
                  </a:moveTo>
                  <a:arcTo wR="317500" hR="317500" stAng="4104000" swAng="120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5" name="Harvey 45/100 [45]">
              <a:extLst>
                <a:ext uri="{FF2B5EF4-FFF2-40B4-BE49-F238E27FC236}">
                  <a16:creationId xmlns:a16="http://schemas.microsoft.com/office/drawing/2014/main" id="{FF3E5416-AC43-4CBB-A32A-A966ED03106F}"/>
                </a:ext>
              </a:extLst>
            </p:cNvPr>
            <p:cNvSpPr>
              <a:spLocks noChangeAspect="1"/>
            </p:cNvSpPr>
            <p:nvPr>
              <p:custDataLst>
                <p:tags r:id="rId7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7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15612" y="619460"/>
                  </a:moveTo>
                  <a:arcTo wR="317500" hR="317500" stAng="4320000" swAng="118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6" name="Harvey 46/100 [46]">
              <a:extLst>
                <a:ext uri="{FF2B5EF4-FFF2-40B4-BE49-F238E27FC236}">
                  <a16:creationId xmlns:a16="http://schemas.microsoft.com/office/drawing/2014/main" id="{49AFF9C1-C19A-487C-A4C1-47DA87277C3B}"/>
                </a:ext>
              </a:extLst>
            </p:cNvPr>
            <p:cNvSpPr>
              <a:spLocks noChangeAspect="1"/>
            </p:cNvSpPr>
            <p:nvPr>
              <p:custDataLst>
                <p:tags r:id="rId7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99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6459" y="625025"/>
                  </a:moveTo>
                  <a:arcTo wR="317500" hR="317500" stAng="4536000" swAng="116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7" name="Harvey 47/100 [47]">
              <a:extLst>
                <a:ext uri="{FF2B5EF4-FFF2-40B4-BE49-F238E27FC236}">
                  <a16:creationId xmlns:a16="http://schemas.microsoft.com/office/drawing/2014/main" id="{F35AEE09-D82F-438F-9D01-96C6876241F1}"/>
                </a:ext>
              </a:extLst>
            </p:cNvPr>
            <p:cNvSpPr>
              <a:spLocks noChangeAspect="1"/>
            </p:cNvSpPr>
            <p:nvPr>
              <p:custDataLst>
                <p:tags r:id="rId7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1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76993" y="629376"/>
                  </a:moveTo>
                  <a:arcTo wR="317500" hR="317500" stAng="4751999" swAng="114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8" name="Harvey 48/100 [48]">
              <a:extLst>
                <a:ext uri="{FF2B5EF4-FFF2-40B4-BE49-F238E27FC236}">
                  <a16:creationId xmlns:a16="http://schemas.microsoft.com/office/drawing/2014/main" id="{4FC3325B-EEB2-4420-9715-1149CEACE9AC}"/>
                </a:ext>
              </a:extLst>
            </p:cNvPr>
            <p:cNvSpPr>
              <a:spLocks noChangeAspect="1"/>
            </p:cNvSpPr>
            <p:nvPr>
              <p:custDataLst>
                <p:tags r:id="rId7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36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57293" y="632496"/>
                  </a:moveTo>
                  <a:arcTo wR="317500" hR="317500" stAng="4967999" swAng="112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79" name="Harvey 49/100 [49]">
              <a:extLst>
                <a:ext uri="{FF2B5EF4-FFF2-40B4-BE49-F238E27FC236}">
                  <a16:creationId xmlns:a16="http://schemas.microsoft.com/office/drawing/2014/main" id="{3BE00D50-8FCE-4E11-AA24-10B621732F20}"/>
                </a:ext>
              </a:extLst>
            </p:cNvPr>
            <p:cNvSpPr>
              <a:spLocks noChangeAspect="1"/>
            </p:cNvSpPr>
            <p:nvPr>
              <p:custDataLst>
                <p:tags r:id="rId7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5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37435" y="634373"/>
                  </a:moveTo>
                  <a:arcTo wR="317500" hR="317500" stAng="5184000" swAng="110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0" name="Harvey 50/100 [50]">
              <a:extLst>
                <a:ext uri="{FF2B5EF4-FFF2-40B4-BE49-F238E27FC236}">
                  <a16:creationId xmlns:a16="http://schemas.microsoft.com/office/drawing/2014/main" id="{97083993-8BFD-443F-A3A3-D28EF389CE2B}"/>
                </a:ext>
              </a:extLst>
            </p:cNvPr>
            <p:cNvSpPr>
              <a:spLocks noChangeAspect="1"/>
            </p:cNvSpPr>
            <p:nvPr>
              <p:custDataLst>
                <p:tags r:id="rId7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08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17500" y="635000"/>
                  </a:moveTo>
                  <a:arcTo wR="317500" hR="317500" stAng="5400000" swAng="108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1" name="Harvey 51/100 [51]">
              <a:extLst>
                <a:ext uri="{FF2B5EF4-FFF2-40B4-BE49-F238E27FC236}">
                  <a16:creationId xmlns:a16="http://schemas.microsoft.com/office/drawing/2014/main" id="{BDE38762-18E9-47FF-895E-325F5976ECAA}"/>
                </a:ext>
              </a:extLst>
            </p:cNvPr>
            <p:cNvSpPr>
              <a:spLocks noChangeAspect="1"/>
            </p:cNvSpPr>
            <p:nvPr>
              <p:custDataLst>
                <p:tags r:id="rId7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0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34373"/>
                  </a:moveTo>
                  <a:arcTo wR="317500" hR="317500" stAng="5616000" swAng="1058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2" name="Harvey 52/100 [52]">
              <a:extLst>
                <a:ext uri="{FF2B5EF4-FFF2-40B4-BE49-F238E27FC236}">
                  <a16:creationId xmlns:a16="http://schemas.microsoft.com/office/drawing/2014/main" id="{785EAA21-FBCD-46DC-8430-7AB12F5A66AF}"/>
                </a:ext>
              </a:extLst>
            </p:cNvPr>
            <p:cNvSpPr>
              <a:spLocks noChangeAspect="1"/>
            </p:cNvSpPr>
            <p:nvPr>
              <p:custDataLst>
                <p:tags r:id="rId7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2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632496"/>
                  </a:moveTo>
                  <a:arcTo wR="317500" hR="317500" stAng="5832000" swAng="1036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3" name="Harvey 53/100 [53]">
              <a:extLst>
                <a:ext uri="{FF2B5EF4-FFF2-40B4-BE49-F238E27FC236}">
                  <a16:creationId xmlns:a16="http://schemas.microsoft.com/office/drawing/2014/main" id="{858D54BA-F4A5-4C67-830E-E85FF6EE735D}"/>
                </a:ext>
              </a:extLst>
            </p:cNvPr>
            <p:cNvSpPr>
              <a:spLocks noChangeAspect="1"/>
            </p:cNvSpPr>
            <p:nvPr>
              <p:custDataLst>
                <p:tags r:id="rId7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4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629376"/>
                  </a:moveTo>
                  <a:arcTo wR="317500" hR="317500" stAng="6048000" swAng="1015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4" name="Harvey 54/100 [54]">
              <a:extLst>
                <a:ext uri="{FF2B5EF4-FFF2-40B4-BE49-F238E27FC236}">
                  <a16:creationId xmlns:a16="http://schemas.microsoft.com/office/drawing/2014/main" id="{AC41BD7B-E1FA-4AED-B11C-E03936A672E6}"/>
                </a:ext>
              </a:extLst>
            </p:cNvPr>
            <p:cNvSpPr>
              <a:spLocks noChangeAspect="1"/>
            </p:cNvSpPr>
            <p:nvPr>
              <p:custDataLst>
                <p:tags r:id="rId8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6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625025"/>
                  </a:moveTo>
                  <a:arcTo wR="317500" hR="317500" stAng="6264000" swAng="99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5" name="Harvey 55/100 [55]">
              <a:extLst>
                <a:ext uri="{FF2B5EF4-FFF2-40B4-BE49-F238E27FC236}">
                  <a16:creationId xmlns:a16="http://schemas.microsoft.com/office/drawing/2014/main" id="{BAF901A0-5FD1-4B29-9AF9-DB8B19412429}"/>
                </a:ext>
              </a:extLst>
            </p:cNvPr>
            <p:cNvSpPr>
              <a:spLocks noChangeAspect="1"/>
            </p:cNvSpPr>
            <p:nvPr>
              <p:custDataLst>
                <p:tags r:id="rId8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18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619460"/>
                  </a:moveTo>
                  <a:arcTo wR="317500" hR="317500" stAng="6480000" swAng="97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6" name="Harvey 56/100 [56]">
              <a:extLst>
                <a:ext uri="{FF2B5EF4-FFF2-40B4-BE49-F238E27FC236}">
                  <a16:creationId xmlns:a16="http://schemas.microsoft.com/office/drawing/2014/main" id="{3EFF555D-6B7F-481F-ADC2-746953BA7F97}"/>
                </a:ext>
              </a:extLst>
            </p:cNvPr>
            <p:cNvSpPr>
              <a:spLocks noChangeAspect="1"/>
            </p:cNvSpPr>
            <p:nvPr>
              <p:custDataLst>
                <p:tags r:id="rId8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0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612704"/>
                  </a:moveTo>
                  <a:arcTo wR="317500" hR="317500" stAng="6696000" swAng="95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7" name="Harvey 57/100 [57]">
              <a:extLst>
                <a:ext uri="{FF2B5EF4-FFF2-40B4-BE49-F238E27FC236}">
                  <a16:creationId xmlns:a16="http://schemas.microsoft.com/office/drawing/2014/main" id="{A4D3BE31-8C07-4912-AB8B-8331A665C238}"/>
                </a:ext>
              </a:extLst>
            </p:cNvPr>
            <p:cNvSpPr>
              <a:spLocks noChangeAspect="1"/>
            </p:cNvSpPr>
            <p:nvPr>
              <p:custDataLst>
                <p:tags r:id="rId8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3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604782"/>
                  </a:moveTo>
                  <a:arcTo wR="317500" hR="317500" stAng="6911999" swAng="92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8" name="Harvey 58/100 [58]">
              <a:extLst>
                <a:ext uri="{FF2B5EF4-FFF2-40B4-BE49-F238E27FC236}">
                  <a16:creationId xmlns:a16="http://schemas.microsoft.com/office/drawing/2014/main" id="{E7B5A5D9-6DD2-4B0A-9557-7A7AF774103E}"/>
                </a:ext>
              </a:extLst>
            </p:cNvPr>
            <p:cNvSpPr>
              <a:spLocks noChangeAspect="1"/>
            </p:cNvSpPr>
            <p:nvPr>
              <p:custDataLst>
                <p:tags r:id="rId8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527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595727"/>
                  </a:moveTo>
                  <a:arcTo wR="317500" hR="317500" stAng="7127999" swAng="90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89" name="Harvey 59/100 [59]">
              <a:extLst>
                <a:ext uri="{FF2B5EF4-FFF2-40B4-BE49-F238E27FC236}">
                  <a16:creationId xmlns:a16="http://schemas.microsoft.com/office/drawing/2014/main" id="{88458C0E-D234-4C86-A6CC-B8CD6C445F00}"/>
                </a:ext>
              </a:extLst>
            </p:cNvPr>
            <p:cNvSpPr>
              <a:spLocks noChangeAspect="1"/>
            </p:cNvSpPr>
            <p:nvPr>
              <p:custDataLst>
                <p:tags r:id="rId8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74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585574"/>
                  </a:moveTo>
                  <a:arcTo wR="317500" hR="317500" stAng="7343999" swAng="88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0" name="Harvey 60/100 [60]">
              <a:extLst>
                <a:ext uri="{FF2B5EF4-FFF2-40B4-BE49-F238E27FC236}">
                  <a16:creationId xmlns:a16="http://schemas.microsoft.com/office/drawing/2014/main" id="{0924D2C6-D224-49FD-A4B8-312AFD605E78}"/>
                </a:ext>
              </a:extLst>
            </p:cNvPr>
            <p:cNvSpPr>
              <a:spLocks noChangeAspect="1"/>
            </p:cNvSpPr>
            <p:nvPr>
              <p:custDataLst>
                <p:tags r:id="rId8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29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574362"/>
                  </a:moveTo>
                  <a:arcTo wR="317500" hR="317500" stAng="7560000" swAng="86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1" name="Harvey 61/100 [61]">
              <a:extLst>
                <a:ext uri="{FF2B5EF4-FFF2-40B4-BE49-F238E27FC236}">
                  <a16:creationId xmlns:a16="http://schemas.microsoft.com/office/drawing/2014/main" id="{F9FB23C2-D568-49AC-B8FD-0480EB019739}"/>
                </a:ext>
              </a:extLst>
            </p:cNvPr>
            <p:cNvSpPr>
              <a:spLocks noChangeAspect="1"/>
            </p:cNvSpPr>
            <p:nvPr>
              <p:custDataLst>
                <p:tags r:id="rId8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1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562137"/>
                  </a:moveTo>
                  <a:arcTo wR="317500" hR="317500" stAng="7776000" swAng="84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2" name="Harvey 62/100 [62]">
              <a:extLst>
                <a:ext uri="{FF2B5EF4-FFF2-40B4-BE49-F238E27FC236}">
                  <a16:creationId xmlns:a16="http://schemas.microsoft.com/office/drawing/2014/main" id="{9EF3159D-F4FB-4032-BCCB-55E6ED5EEFC7}"/>
                </a:ext>
              </a:extLst>
            </p:cNvPr>
            <p:cNvSpPr>
              <a:spLocks noChangeAspect="1"/>
            </p:cNvSpPr>
            <p:nvPr>
              <p:custDataLst>
                <p:tags r:id="rId8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3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548947"/>
                  </a:moveTo>
                  <a:arcTo wR="317500" hR="317500" stAng="7991999" swAng="82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3" name="Harvey 63/100 [63]">
              <a:extLst>
                <a:ext uri="{FF2B5EF4-FFF2-40B4-BE49-F238E27FC236}">
                  <a16:creationId xmlns:a16="http://schemas.microsoft.com/office/drawing/2014/main" id="{9362C8EA-6D15-4E0C-8AE9-B1B50EB297B8}"/>
                </a:ext>
              </a:extLst>
            </p:cNvPr>
            <p:cNvSpPr>
              <a:spLocks noChangeAspect="1"/>
            </p:cNvSpPr>
            <p:nvPr>
              <p:custDataLst>
                <p:tags r:id="rId8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6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534843"/>
                  </a:moveTo>
                  <a:arcTo wR="317500" hR="317500" stAng="8208000" swAng="79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4" name="Harvey 64/100 [64]">
              <a:extLst>
                <a:ext uri="{FF2B5EF4-FFF2-40B4-BE49-F238E27FC236}">
                  <a16:creationId xmlns:a16="http://schemas.microsoft.com/office/drawing/2014/main" id="{91EB375D-1444-4BE3-A696-66272A1564CD}"/>
                </a:ext>
              </a:extLst>
            </p:cNvPr>
            <p:cNvSpPr>
              <a:spLocks noChangeAspect="1"/>
            </p:cNvSpPr>
            <p:nvPr>
              <p:custDataLst>
                <p:tags r:id="rId9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38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519882"/>
                  </a:moveTo>
                  <a:arcTo wR="317500" hR="317500" stAng="8424000" swAng="777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5" name="Harvey 65/100 [65]">
              <a:extLst>
                <a:ext uri="{FF2B5EF4-FFF2-40B4-BE49-F238E27FC236}">
                  <a16:creationId xmlns:a16="http://schemas.microsoft.com/office/drawing/2014/main" id="{9A3002B1-5D17-4BCB-9A44-B2FB4025D02F}"/>
                </a:ext>
              </a:extLst>
            </p:cNvPr>
            <p:cNvSpPr>
              <a:spLocks noChangeAspect="1"/>
            </p:cNvSpPr>
            <p:nvPr>
              <p:custDataLst>
                <p:tags r:id="rId9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0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504121"/>
                  </a:moveTo>
                  <a:arcTo wR="317500" hR="317500" stAng="8640000" swAng="75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6" name="Harvey 66/100 [66]">
              <a:extLst>
                <a:ext uri="{FF2B5EF4-FFF2-40B4-BE49-F238E27FC236}">
                  <a16:creationId xmlns:a16="http://schemas.microsoft.com/office/drawing/2014/main" id="{E5F2FDE4-04B2-4A45-A685-14E0C51883A5}"/>
                </a:ext>
              </a:extLst>
            </p:cNvPr>
            <p:cNvSpPr>
              <a:spLocks noChangeAspect="1"/>
            </p:cNvSpPr>
            <p:nvPr>
              <p:custDataLst>
                <p:tags r:id="rId9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2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487625"/>
                  </a:moveTo>
                  <a:arcTo wR="317500" hR="317500" stAng="8856000" swAng="73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7" name="Harvey 67/100 [67]">
              <a:extLst>
                <a:ext uri="{FF2B5EF4-FFF2-40B4-BE49-F238E27FC236}">
                  <a16:creationId xmlns:a16="http://schemas.microsoft.com/office/drawing/2014/main" id="{D399A169-3845-4CD5-A62C-F4586F1FAFE8}"/>
                </a:ext>
              </a:extLst>
            </p:cNvPr>
            <p:cNvSpPr>
              <a:spLocks noChangeAspect="1"/>
            </p:cNvSpPr>
            <p:nvPr>
              <p:custDataLst>
                <p:tags r:id="rId9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4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470456"/>
                  </a:moveTo>
                  <a:arcTo wR="317500" hR="317500" stAng="9072000" swAng="71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8" name="Harvey 68/100 [68]">
              <a:extLst>
                <a:ext uri="{FF2B5EF4-FFF2-40B4-BE49-F238E27FC236}">
                  <a16:creationId xmlns:a16="http://schemas.microsoft.com/office/drawing/2014/main" id="{E12F5173-9960-47F5-9A91-B043294E14CB}"/>
                </a:ext>
              </a:extLst>
            </p:cNvPr>
            <p:cNvSpPr>
              <a:spLocks noChangeAspect="1"/>
            </p:cNvSpPr>
            <p:nvPr>
              <p:custDataLst>
                <p:tags r:id="rId9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6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452684"/>
                  </a:moveTo>
                  <a:arcTo wR="317500" hR="317500" stAng="9288000" swAng="69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99" name="Harvey 69/100 [69]">
              <a:extLst>
                <a:ext uri="{FF2B5EF4-FFF2-40B4-BE49-F238E27FC236}">
                  <a16:creationId xmlns:a16="http://schemas.microsoft.com/office/drawing/2014/main" id="{DD9B9229-3D3A-4706-BEEC-04C19A30C5C3}"/>
                </a:ext>
              </a:extLst>
            </p:cNvPr>
            <p:cNvSpPr>
              <a:spLocks noChangeAspect="1"/>
            </p:cNvSpPr>
            <p:nvPr>
              <p:custDataLst>
                <p:tags r:id="rId9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490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434379"/>
                  </a:moveTo>
                  <a:arcTo wR="317500" hR="317500" stAng="9503999" swAng="66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0" name="Harvey 70/100 [70]">
              <a:extLst>
                <a:ext uri="{FF2B5EF4-FFF2-40B4-BE49-F238E27FC236}">
                  <a16:creationId xmlns:a16="http://schemas.microsoft.com/office/drawing/2014/main" id="{795A4CC8-0C08-491C-8D7F-95EC8E0E25B8}"/>
                </a:ext>
              </a:extLst>
            </p:cNvPr>
            <p:cNvSpPr>
              <a:spLocks noChangeAspect="1"/>
            </p:cNvSpPr>
            <p:nvPr>
              <p:custDataLst>
                <p:tags r:id="rId9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119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415612"/>
                  </a:moveTo>
                  <a:arcTo wR="317500" hR="317500" stAng="9719999" swAng="64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1" name="Harvey 71/100 [71]">
              <a:extLst>
                <a:ext uri="{FF2B5EF4-FFF2-40B4-BE49-F238E27FC236}">
                  <a16:creationId xmlns:a16="http://schemas.microsoft.com/office/drawing/2014/main" id="{91862A76-5FCC-4C25-9A3F-A10651AC7725}"/>
                </a:ext>
              </a:extLst>
            </p:cNvPr>
            <p:cNvSpPr>
              <a:spLocks noChangeAspect="1"/>
            </p:cNvSpPr>
            <p:nvPr>
              <p:custDataLst>
                <p:tags r:id="rId9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33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396459"/>
                  </a:moveTo>
                  <a:arcTo wR="317500" hR="317500" stAng="9936000" swAng="62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2" name="Harvey 72/100 [72]">
              <a:extLst>
                <a:ext uri="{FF2B5EF4-FFF2-40B4-BE49-F238E27FC236}">
                  <a16:creationId xmlns:a16="http://schemas.microsoft.com/office/drawing/2014/main" id="{46969644-17D9-45C9-A88A-9A88622DCE45}"/>
                </a:ext>
              </a:extLst>
            </p:cNvPr>
            <p:cNvSpPr>
              <a:spLocks noChangeAspect="1"/>
            </p:cNvSpPr>
            <p:nvPr>
              <p:custDataLst>
                <p:tags r:id="rId9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5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376993"/>
                  </a:moveTo>
                  <a:arcTo wR="317500" hR="317500" stAng="10152000" swAng="60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3" name="Harvey 73/100 [73]">
              <a:extLst>
                <a:ext uri="{FF2B5EF4-FFF2-40B4-BE49-F238E27FC236}">
                  <a16:creationId xmlns:a16="http://schemas.microsoft.com/office/drawing/2014/main" id="{F89621F9-3ABB-450D-913E-7B467F289A9B}"/>
                </a:ext>
              </a:extLst>
            </p:cNvPr>
            <p:cNvSpPr>
              <a:spLocks noChangeAspect="1"/>
            </p:cNvSpPr>
            <p:nvPr>
              <p:custDataLst>
                <p:tags r:id="rId9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7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357293"/>
                  </a:moveTo>
                  <a:arcTo wR="317500" hR="317500" stAng="10368000" swAng="58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4" name="Harvey 74/100 [74]">
              <a:extLst>
                <a:ext uri="{FF2B5EF4-FFF2-40B4-BE49-F238E27FC236}">
                  <a16:creationId xmlns:a16="http://schemas.microsoft.com/office/drawing/2014/main" id="{89EE4B1F-E703-471D-8307-BFB9EDEDB9F7}"/>
                </a:ext>
              </a:extLst>
            </p:cNvPr>
            <p:cNvSpPr>
              <a:spLocks noChangeAspect="1"/>
            </p:cNvSpPr>
            <p:nvPr>
              <p:custDataLst>
                <p:tags r:id="rId10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5983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337435"/>
                  </a:moveTo>
                  <a:arcTo wR="317500" hR="317500" stAng="10583999" swAng="56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5" name="Harvey 75/100 [75]">
              <a:extLst>
                <a:ext uri="{FF2B5EF4-FFF2-40B4-BE49-F238E27FC236}">
                  <a16:creationId xmlns:a16="http://schemas.microsoft.com/office/drawing/2014/main" id="{8AB2EEA8-04AC-4B6C-8D90-28093DB647E6}"/>
                </a:ext>
              </a:extLst>
            </p:cNvPr>
            <p:cNvSpPr>
              <a:spLocks noChangeAspect="1"/>
            </p:cNvSpPr>
            <p:nvPr>
              <p:custDataLst>
                <p:tags r:id="rId10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20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0" y="317500"/>
                  </a:moveTo>
                  <a:arcTo wR="317500" hR="317500" stAng="10800000" swAng="540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6" name="Harvey 76/100 [76]">
              <a:extLst>
                <a:ext uri="{FF2B5EF4-FFF2-40B4-BE49-F238E27FC236}">
                  <a16:creationId xmlns:a16="http://schemas.microsoft.com/office/drawing/2014/main" id="{6F4E00F2-EA6F-4809-B2FD-4CE3ABE8C480}"/>
                </a:ext>
              </a:extLst>
            </p:cNvPr>
            <p:cNvSpPr>
              <a:spLocks noChangeAspect="1"/>
            </p:cNvSpPr>
            <p:nvPr>
              <p:custDataLst>
                <p:tags r:id="rId10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41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26" y="297564"/>
                  </a:moveTo>
                  <a:arcTo wR="317500" hR="317500" stAng="11016000" swAng="518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7" name="Harvey 77/100 [77]">
              <a:extLst>
                <a:ext uri="{FF2B5EF4-FFF2-40B4-BE49-F238E27FC236}">
                  <a16:creationId xmlns:a16="http://schemas.microsoft.com/office/drawing/2014/main" id="{CF5CA593-7B87-4492-9B35-2255514CB496}"/>
                </a:ext>
              </a:extLst>
            </p:cNvPr>
            <p:cNvSpPr>
              <a:spLocks noChangeAspect="1"/>
            </p:cNvSpPr>
            <p:nvPr>
              <p:custDataLst>
                <p:tags r:id="rId10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63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03" y="277706"/>
                  </a:moveTo>
                  <a:arcTo wR="317500" hR="317500" stAng="11232000" swAng="496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8" name="Harvey 78/100 [78]">
              <a:extLst>
                <a:ext uri="{FF2B5EF4-FFF2-40B4-BE49-F238E27FC236}">
                  <a16:creationId xmlns:a16="http://schemas.microsoft.com/office/drawing/2014/main" id="{8C036464-458E-48D4-BAC8-84819F820C60}"/>
                </a:ext>
              </a:extLst>
            </p:cNvPr>
            <p:cNvSpPr>
              <a:spLocks noChangeAspect="1"/>
            </p:cNvSpPr>
            <p:nvPr>
              <p:custDataLst>
                <p:tags r:id="rId10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684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5623" y="258006"/>
                  </a:moveTo>
                  <a:arcTo wR="317500" hR="317500" stAng="11448000" swAng="475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09" name="Harvey 79/100 [79]">
              <a:extLst>
                <a:ext uri="{FF2B5EF4-FFF2-40B4-BE49-F238E27FC236}">
                  <a16:creationId xmlns:a16="http://schemas.microsoft.com/office/drawing/2014/main" id="{6FD5AC00-8293-447C-B728-B963DD67B1C2}"/>
                </a:ext>
              </a:extLst>
            </p:cNvPr>
            <p:cNvSpPr>
              <a:spLocks noChangeAspect="1"/>
            </p:cNvSpPr>
            <p:nvPr>
              <p:custDataLst>
                <p:tags r:id="rId10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06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9974" y="238540"/>
                  </a:moveTo>
                  <a:arcTo wR="317500" hR="317500" stAng="11664000" swAng="453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0" name="Harvey 80/100 [80]">
              <a:extLst>
                <a:ext uri="{FF2B5EF4-FFF2-40B4-BE49-F238E27FC236}">
                  <a16:creationId xmlns:a16="http://schemas.microsoft.com/office/drawing/2014/main" id="{29C0F859-BC49-430F-8C59-C0B9109E47A3}"/>
                </a:ext>
              </a:extLst>
            </p:cNvPr>
            <p:cNvSpPr>
              <a:spLocks noChangeAspect="1"/>
            </p:cNvSpPr>
            <p:nvPr>
              <p:custDataLst>
                <p:tags r:id="rId10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28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5539" y="219387"/>
                  </a:moveTo>
                  <a:arcTo wR="317500" hR="317500" stAng="11880000" swAng="431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1" name="Harvey 81/100 [81]">
              <a:extLst>
                <a:ext uri="{FF2B5EF4-FFF2-40B4-BE49-F238E27FC236}">
                  <a16:creationId xmlns:a16="http://schemas.microsoft.com/office/drawing/2014/main" id="{F78719E3-0417-4867-B70D-21538B3AC36E}"/>
                </a:ext>
              </a:extLst>
            </p:cNvPr>
            <p:cNvSpPr>
              <a:spLocks noChangeAspect="1"/>
            </p:cNvSpPr>
            <p:nvPr>
              <p:custDataLst>
                <p:tags r:id="rId10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49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2295" y="200620"/>
                  </a:moveTo>
                  <a:arcTo wR="317500" hR="317500" stAng="12096000" swAng="410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2" name="Harvey 82/100 [82]">
              <a:extLst>
                <a:ext uri="{FF2B5EF4-FFF2-40B4-BE49-F238E27FC236}">
                  <a16:creationId xmlns:a16="http://schemas.microsoft.com/office/drawing/2014/main" id="{9C5D0905-7412-4C75-BC20-E51105CA783D}"/>
                </a:ext>
              </a:extLst>
            </p:cNvPr>
            <p:cNvSpPr>
              <a:spLocks noChangeAspect="1"/>
            </p:cNvSpPr>
            <p:nvPr>
              <p:custDataLst>
                <p:tags r:id="rId10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71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0217" y="182315"/>
                  </a:moveTo>
                  <a:arcTo wR="317500" hR="317500" stAng="12312000" swAng="388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3" name="Harvey 83/100 [83]">
              <a:extLst>
                <a:ext uri="{FF2B5EF4-FFF2-40B4-BE49-F238E27FC236}">
                  <a16:creationId xmlns:a16="http://schemas.microsoft.com/office/drawing/2014/main" id="{96AA2E20-CC65-4632-B3D4-93E962B59D4C}"/>
                </a:ext>
              </a:extLst>
            </p:cNvPr>
            <p:cNvSpPr>
              <a:spLocks noChangeAspect="1"/>
            </p:cNvSpPr>
            <p:nvPr>
              <p:custDataLst>
                <p:tags r:id="rId10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792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39272" y="164543"/>
                  </a:moveTo>
                  <a:arcTo wR="317500" hR="317500" stAng="12528000" swAng="367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4" name="Harvey 84/100 [84]">
              <a:extLst>
                <a:ext uri="{FF2B5EF4-FFF2-40B4-BE49-F238E27FC236}">
                  <a16:creationId xmlns:a16="http://schemas.microsoft.com/office/drawing/2014/main" id="{9B4360A3-E0B2-48F7-B5A8-D24513748A82}"/>
                </a:ext>
              </a:extLst>
            </p:cNvPr>
            <p:cNvSpPr>
              <a:spLocks noChangeAspect="1"/>
            </p:cNvSpPr>
            <p:nvPr>
              <p:custDataLst>
                <p:tags r:id="rId11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14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49425" y="147374"/>
                  </a:moveTo>
                  <a:arcTo wR="317500" hR="317500" stAng="12743999" swAng="345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5" name="Harvey 85/100 [85]">
              <a:extLst>
                <a:ext uri="{FF2B5EF4-FFF2-40B4-BE49-F238E27FC236}">
                  <a16:creationId xmlns:a16="http://schemas.microsoft.com/office/drawing/2014/main" id="{D694B21E-EEA0-48FA-A35C-7B6570B3F861}"/>
                </a:ext>
              </a:extLst>
            </p:cNvPr>
            <p:cNvSpPr>
              <a:spLocks noChangeAspect="1"/>
            </p:cNvSpPr>
            <p:nvPr>
              <p:custDataLst>
                <p:tags r:id="rId11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36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60637" y="130878"/>
                  </a:moveTo>
                  <a:arcTo wR="317500" hR="317500" stAng="12960000" swAng="324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6" name="Harvey 86/100 [86]">
              <a:extLst>
                <a:ext uri="{FF2B5EF4-FFF2-40B4-BE49-F238E27FC236}">
                  <a16:creationId xmlns:a16="http://schemas.microsoft.com/office/drawing/2014/main" id="{85E1AF41-C21D-4514-B37E-CC830BC09C0A}"/>
                </a:ext>
              </a:extLst>
            </p:cNvPr>
            <p:cNvSpPr>
              <a:spLocks noChangeAspect="1"/>
            </p:cNvSpPr>
            <p:nvPr>
              <p:custDataLst>
                <p:tags r:id="rId11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57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72862" y="115117"/>
                  </a:moveTo>
                  <a:arcTo wR="317500" hR="317500" stAng="13176000" swAng="302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7" name="Harvey 87/100 [87]">
              <a:extLst>
                <a:ext uri="{FF2B5EF4-FFF2-40B4-BE49-F238E27FC236}">
                  <a16:creationId xmlns:a16="http://schemas.microsoft.com/office/drawing/2014/main" id="{E3948F2E-FD5F-4107-B122-9AC75FE0CD9E}"/>
                </a:ext>
              </a:extLst>
            </p:cNvPr>
            <p:cNvSpPr>
              <a:spLocks noChangeAspect="1"/>
            </p:cNvSpPr>
            <p:nvPr>
              <p:custDataLst>
                <p:tags r:id="rId11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879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86052" y="100156"/>
                  </a:moveTo>
                  <a:arcTo wR="317500" hR="317500" stAng="13392000" swAng="280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8" name="Harvey 88/100 [88]">
              <a:extLst>
                <a:ext uri="{FF2B5EF4-FFF2-40B4-BE49-F238E27FC236}">
                  <a16:creationId xmlns:a16="http://schemas.microsoft.com/office/drawing/2014/main" id="{744E57ED-019F-4A8B-A06E-9FB965FEBB23}"/>
                </a:ext>
              </a:extLst>
            </p:cNvPr>
            <p:cNvSpPr>
              <a:spLocks noChangeAspect="1"/>
            </p:cNvSpPr>
            <p:nvPr>
              <p:custDataLst>
                <p:tags r:id="rId11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00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00156" y="86052"/>
                  </a:moveTo>
                  <a:arcTo wR="317500" hR="317500" stAng="13608000" swAng="259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19" name="Harvey 89/100 [89]">
              <a:extLst>
                <a:ext uri="{FF2B5EF4-FFF2-40B4-BE49-F238E27FC236}">
                  <a16:creationId xmlns:a16="http://schemas.microsoft.com/office/drawing/2014/main" id="{5567719B-31CA-4A86-801E-E0531122E504}"/>
                </a:ext>
              </a:extLst>
            </p:cNvPr>
            <p:cNvSpPr>
              <a:spLocks noChangeAspect="1"/>
            </p:cNvSpPr>
            <p:nvPr>
              <p:custDataLst>
                <p:tags r:id="rId11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22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15117" y="72862"/>
                  </a:moveTo>
                  <a:arcTo wR="317500" hR="317500" stAng="13823999" swAng="2375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0" name="Harvey 90/100 [90]">
              <a:extLst>
                <a:ext uri="{FF2B5EF4-FFF2-40B4-BE49-F238E27FC236}">
                  <a16:creationId xmlns:a16="http://schemas.microsoft.com/office/drawing/2014/main" id="{2CD4B3A1-B882-43A6-A4CA-C9FCA394B28B}"/>
                </a:ext>
              </a:extLst>
            </p:cNvPr>
            <p:cNvSpPr>
              <a:spLocks noChangeAspect="1"/>
            </p:cNvSpPr>
            <p:nvPr>
              <p:custDataLst>
                <p:tags r:id="rId11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44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30878" y="60637"/>
                  </a:moveTo>
                  <a:arcTo wR="317500" hR="317500" stAng="14040000" swAng="2159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1" name="Harvey 91/100 [91]">
              <a:extLst>
                <a:ext uri="{FF2B5EF4-FFF2-40B4-BE49-F238E27FC236}">
                  <a16:creationId xmlns:a16="http://schemas.microsoft.com/office/drawing/2014/main" id="{68606D93-5175-4900-AD89-6D0710AFE75F}"/>
                </a:ext>
              </a:extLst>
            </p:cNvPr>
            <p:cNvSpPr>
              <a:spLocks noChangeAspect="1"/>
            </p:cNvSpPr>
            <p:nvPr>
              <p:custDataLst>
                <p:tags r:id="rId117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656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47374" y="49425"/>
                  </a:moveTo>
                  <a:arcTo wR="317500" hR="317500" stAng="14256000" swAng="1943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2" name="Harvey 92/100 [92]">
              <a:extLst>
                <a:ext uri="{FF2B5EF4-FFF2-40B4-BE49-F238E27FC236}">
                  <a16:creationId xmlns:a16="http://schemas.microsoft.com/office/drawing/2014/main" id="{7EE30864-DDCC-4BBA-B70A-48810E224581}"/>
                </a:ext>
              </a:extLst>
            </p:cNvPr>
            <p:cNvSpPr>
              <a:spLocks noChangeAspect="1"/>
            </p:cNvSpPr>
            <p:nvPr>
              <p:custDataLst>
                <p:tags r:id="rId118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1987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64543" y="39272"/>
                  </a:moveTo>
                  <a:arcTo wR="317500" hR="317500" stAng="14472000" swAng="1727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3" name="Harvey 93/100 [93]">
              <a:extLst>
                <a:ext uri="{FF2B5EF4-FFF2-40B4-BE49-F238E27FC236}">
                  <a16:creationId xmlns:a16="http://schemas.microsoft.com/office/drawing/2014/main" id="{608CA488-A707-4C7A-9287-9DA9A38ED3D4}"/>
                </a:ext>
              </a:extLst>
            </p:cNvPr>
            <p:cNvSpPr>
              <a:spLocks noChangeAspect="1"/>
            </p:cNvSpPr>
            <p:nvPr>
              <p:custDataLst>
                <p:tags r:id="rId119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08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182315" y="30217"/>
                  </a:moveTo>
                  <a:arcTo wR="317500" hR="317500" stAng="14688000" swAng="1511999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4" name="Harvey 94/100 [94]">
              <a:extLst>
                <a:ext uri="{FF2B5EF4-FFF2-40B4-BE49-F238E27FC236}">
                  <a16:creationId xmlns:a16="http://schemas.microsoft.com/office/drawing/2014/main" id="{FE1836A9-F92A-4F07-BBB8-2274E290E952}"/>
                </a:ext>
              </a:extLst>
            </p:cNvPr>
            <p:cNvSpPr>
              <a:spLocks noChangeAspect="1"/>
            </p:cNvSpPr>
            <p:nvPr>
              <p:custDataLst>
                <p:tags r:id="rId120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30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00620" y="22295"/>
                  </a:moveTo>
                  <a:arcTo wR="317500" hR="317500" stAng="14903999" swAng="129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5" name="Harvey 95/100 [95]">
              <a:extLst>
                <a:ext uri="{FF2B5EF4-FFF2-40B4-BE49-F238E27FC236}">
                  <a16:creationId xmlns:a16="http://schemas.microsoft.com/office/drawing/2014/main" id="{3169BE73-7F99-46E3-BDA9-D9BB85BE343E}"/>
                </a:ext>
              </a:extLst>
            </p:cNvPr>
            <p:cNvSpPr>
              <a:spLocks noChangeAspect="1"/>
            </p:cNvSpPr>
            <p:nvPr>
              <p:custDataLst>
                <p:tags r:id="rId121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520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19387" y="15539"/>
                  </a:moveTo>
                  <a:arcTo wR="317500" hR="317500" stAng="15120000" swAng="1080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6" name="Harvey 96/100 [96]">
              <a:extLst>
                <a:ext uri="{FF2B5EF4-FFF2-40B4-BE49-F238E27FC236}">
                  <a16:creationId xmlns:a16="http://schemas.microsoft.com/office/drawing/2014/main" id="{12E3B5ED-B1AB-4A99-BD20-FF638135BE37}"/>
                </a:ext>
              </a:extLst>
            </p:cNvPr>
            <p:cNvSpPr>
              <a:spLocks noChangeAspect="1"/>
            </p:cNvSpPr>
            <p:nvPr>
              <p:custDataLst>
                <p:tags r:id="rId122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735999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38540" y="9974"/>
                  </a:moveTo>
                  <a:arcTo wR="317500" hR="317500" stAng="15335999" swAng="864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7" name="Harvey 97/100 [97]">
              <a:extLst>
                <a:ext uri="{FF2B5EF4-FFF2-40B4-BE49-F238E27FC236}">
                  <a16:creationId xmlns:a16="http://schemas.microsoft.com/office/drawing/2014/main" id="{75A7FEAD-6C4B-4F7A-BB60-3A68D96114DE}"/>
                </a:ext>
              </a:extLst>
            </p:cNvPr>
            <p:cNvSpPr>
              <a:spLocks noChangeAspect="1"/>
            </p:cNvSpPr>
            <p:nvPr>
              <p:custDataLst>
                <p:tags r:id="rId123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0952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58006" y="5623"/>
                  </a:moveTo>
                  <a:arcTo wR="317500" hR="317500" stAng="15552000" swAng="648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8" name="Harvey 98/100 [98]">
              <a:extLst>
                <a:ext uri="{FF2B5EF4-FFF2-40B4-BE49-F238E27FC236}">
                  <a16:creationId xmlns:a16="http://schemas.microsoft.com/office/drawing/2014/main" id="{C4B5128E-9380-4C38-A1EB-CB12E7401609}"/>
                </a:ext>
              </a:extLst>
            </p:cNvPr>
            <p:cNvSpPr>
              <a:spLocks noChangeAspect="1"/>
            </p:cNvSpPr>
            <p:nvPr>
              <p:custDataLst>
                <p:tags r:id="rId124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168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77706" y="2503"/>
                  </a:moveTo>
                  <a:arcTo wR="317500" hR="317500" stAng="15768000" swAng="432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29" name="Harvey 99/100 [99]">
              <a:extLst>
                <a:ext uri="{FF2B5EF4-FFF2-40B4-BE49-F238E27FC236}">
                  <a16:creationId xmlns:a16="http://schemas.microsoft.com/office/drawing/2014/main" id="{50F634E4-E5B9-4DA6-9F91-8AF5B6ACF1FB}"/>
                </a:ext>
              </a:extLst>
            </p:cNvPr>
            <p:cNvSpPr>
              <a:spLocks noChangeAspect="1"/>
            </p:cNvSpPr>
            <p:nvPr>
              <p:custDataLst>
                <p:tags r:id="rId125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384000"/>
                  <a:lnTo>
                    <a:pt x="317500" y="317500"/>
                  </a:lnTo>
                  <a:close/>
                </a:path>
                <a:path w="635000" h="635000" fill="none">
                  <a:moveTo>
                    <a:pt x="297564" y="626"/>
                  </a:moveTo>
                  <a:arcTo wR="317500" hR="317500" stAng="15983999" swAng="216000"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  <p:sp>
          <p:nvSpPr>
            <p:cNvPr id="130" name="Harvey 100/100 [100]">
              <a:extLst>
                <a:ext uri="{FF2B5EF4-FFF2-40B4-BE49-F238E27FC236}">
                  <a16:creationId xmlns:a16="http://schemas.microsoft.com/office/drawing/2014/main" id="{94AA53CD-8233-470E-AFEE-0BCC721BFAE9}"/>
                </a:ext>
              </a:extLst>
            </p:cNvPr>
            <p:cNvSpPr>
              <a:spLocks noChangeAspect="1"/>
            </p:cNvSpPr>
            <p:nvPr>
              <p:custDataLst>
                <p:tags r:id="rId126"/>
              </p:custDataLst>
            </p:nvPr>
          </p:nvSpPr>
          <p:spPr>
            <a:xfrm>
              <a:off x="4334905" y="3282696"/>
              <a:ext cx="292608" cy="292608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500" y="0"/>
                  </a:moveTo>
                  <a:arcTo wR="317500" hR="317500" stAng="16200000" swAng="21600000"/>
                  <a:close/>
                </a:path>
              </a:pathLst>
            </a:custGeom>
            <a:grpFill/>
            <a:ln w="19050" cmpd="sng">
              <a:solidFill>
                <a:schemeClr val="tx1"/>
              </a:solidFill>
            </a:ln>
          </p:spPr>
          <p:txBody>
            <a:bodyPr/>
            <a:lstStyle/>
            <a:p>
              <a:endParaRPr lang="en-GB" sz="1799">
                <a:latin typeface="Malgun Gothic" panose="020B0503020000020004" pitchFamily="34" charset="-127"/>
              </a:endParaRPr>
            </a:p>
          </p:txBody>
        </p:sp>
      </p:grpSp>
      <p:sp>
        <p:nvSpPr>
          <p:cNvPr id="131" name="Footnote [Placeholder]" hidden="1">
            <a:extLst>
              <a:ext uri="{FF2B5EF4-FFF2-40B4-BE49-F238E27FC236}">
                <a16:creationId xmlns:a16="http://schemas.microsoft.com/office/drawing/2014/main" id="{1B41FB17-6D57-4EE1-9C4C-9C305D5D6BEC}"/>
              </a:ext>
            </a:extLst>
          </p:cNvPr>
          <p:cNvSpPr txBox="1"/>
          <p:nvPr userDrawn="1"/>
        </p:nvSpPr>
        <p:spPr>
          <a:xfrm>
            <a:off x="503107" y="5984669"/>
            <a:ext cx="1018555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kern="0" dirty="0"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(r) Footnote</a:t>
            </a:r>
          </a:p>
        </p:txBody>
      </p:sp>
      <p:sp>
        <p:nvSpPr>
          <p:cNvPr id="132" name="Responsible [Sticker]" hidden="1">
            <a:extLst>
              <a:ext uri="{FF2B5EF4-FFF2-40B4-BE49-F238E27FC236}">
                <a16:creationId xmlns:a16="http://schemas.microsoft.com/office/drawing/2014/main" id="{3CB674C2-91C9-46E6-8AB4-E90ABF1CAFE0}"/>
              </a:ext>
            </a:extLst>
          </p:cNvPr>
          <p:cNvSpPr>
            <a:spLocks/>
          </p:cNvSpPr>
          <p:nvPr userDrawn="1"/>
        </p:nvSpPr>
        <p:spPr>
          <a:xfrm>
            <a:off x="10068483" y="896932"/>
            <a:ext cx="2123517" cy="5954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Responsible: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Name Lastname</a:t>
            </a:r>
          </a:p>
        </p:txBody>
      </p:sp>
      <p:sp>
        <p:nvSpPr>
          <p:cNvPr id="133" name="Discussion [Sticker]" hidden="1">
            <a:extLst>
              <a:ext uri="{FF2B5EF4-FFF2-40B4-BE49-F238E27FC236}">
                <a16:creationId xmlns:a16="http://schemas.microsoft.com/office/drawing/2014/main" id="{7C793D27-9296-461C-878D-BA16CBD91587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Roboto Medium" panose="02000000000000000000" pitchFamily="2" charset="0"/>
                <a:cs typeface="+mn-cs"/>
              </a:rPr>
              <a:t>For discussion</a:t>
            </a:r>
          </a:p>
        </p:txBody>
      </p:sp>
      <p:sp>
        <p:nvSpPr>
          <p:cNvPr id="134" name="Internal [Sticker]" hidden="1">
            <a:extLst>
              <a:ext uri="{FF2B5EF4-FFF2-40B4-BE49-F238E27FC236}">
                <a16:creationId xmlns:a16="http://schemas.microsoft.com/office/drawing/2014/main" id="{704CE42F-5A9B-4CC0-8048-99928A53C0C4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Internal use only</a:t>
            </a:r>
          </a:p>
        </p:txBody>
      </p:sp>
      <p:sp>
        <p:nvSpPr>
          <p:cNvPr id="135" name="Final [Sticker]" hidden="1">
            <a:extLst>
              <a:ext uri="{FF2B5EF4-FFF2-40B4-BE49-F238E27FC236}">
                <a16:creationId xmlns:a16="http://schemas.microsoft.com/office/drawing/2014/main" id="{348603E9-9858-4213-9B5B-929AD136906A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Final slide</a:t>
            </a:r>
          </a:p>
        </p:txBody>
      </p:sp>
      <p:sp>
        <p:nvSpPr>
          <p:cNvPr id="136" name="Backup [Sticker]" hidden="1">
            <a:extLst>
              <a:ext uri="{FF2B5EF4-FFF2-40B4-BE49-F238E27FC236}">
                <a16:creationId xmlns:a16="http://schemas.microsoft.com/office/drawing/2014/main" id="{7EEB833A-9AFC-4A66-8469-9D3897CE1E66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Backup</a:t>
            </a:r>
          </a:p>
        </p:txBody>
      </p:sp>
      <p:sp>
        <p:nvSpPr>
          <p:cNvPr id="137" name="Update [Sticker]" hidden="1">
            <a:extLst>
              <a:ext uri="{FF2B5EF4-FFF2-40B4-BE49-F238E27FC236}">
                <a16:creationId xmlns:a16="http://schemas.microsoft.com/office/drawing/2014/main" id="{D41FF937-AB04-46EE-82EF-FCE26A919A7B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  <a:ea typeface="+mn-ea"/>
                <a:cs typeface="+mn-cs"/>
              </a:rPr>
              <a:t>Update data</a:t>
            </a:r>
          </a:p>
        </p:txBody>
      </p:sp>
      <p:sp>
        <p:nvSpPr>
          <p:cNvPr id="138" name="Dummy [Sticker]" hidden="1">
            <a:extLst>
              <a:ext uri="{FF2B5EF4-FFF2-40B4-BE49-F238E27FC236}">
                <a16:creationId xmlns:a16="http://schemas.microsoft.com/office/drawing/2014/main" id="{06C5579C-7A02-48D6-A733-4B9E6D9F1443}"/>
              </a:ext>
            </a:extLst>
          </p:cNvPr>
          <p:cNvSpPr>
            <a:spLocks/>
          </p:cNvSpPr>
          <p:nvPr userDrawn="1"/>
        </p:nvSpPr>
        <p:spPr>
          <a:xfrm>
            <a:off x="10068483" y="896921"/>
            <a:ext cx="2123517" cy="29564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 cap="flat" cmpd="sng" algn="ctr">
            <a:noFill/>
            <a:prstDash val="solid"/>
          </a:ln>
          <a:effectLst/>
        </p:spPr>
        <p:txBody>
          <a:bodyPr lIns="322234" tIns="46544" rIns="89510" bIns="46544" rtlCol="0" anchor="ctr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95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anose="020B0503020000020004" pitchFamily="34" charset="-127"/>
              </a:rPr>
              <a:t>Dummy data</a:t>
            </a:r>
          </a:p>
        </p:txBody>
      </p:sp>
      <p:sp>
        <p:nvSpPr>
          <p:cNvPr id="139" name="Formatting [Comment]" hidden="1">
            <a:extLst>
              <a:ext uri="{FF2B5EF4-FFF2-40B4-BE49-F238E27FC236}">
                <a16:creationId xmlns:a16="http://schemas.microsoft.com/office/drawing/2014/main" id="{89EB4C18-DFF3-4A27-ACBB-99DCDC8961A8}"/>
              </a:ext>
            </a:extLst>
          </p:cNvPr>
          <p:cNvSpPr>
            <a:spLocks/>
          </p:cNvSpPr>
          <p:nvPr userDrawn="1"/>
        </p:nvSpPr>
        <p:spPr>
          <a:xfrm>
            <a:off x="9480875" y="1097679"/>
            <a:ext cx="2478456" cy="1277432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&lt;/date&gt;: </a:t>
            </a:r>
          </a:p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A0A0A"/>
              </a:solidFill>
              <a:effectLst/>
              <a:uLnTx/>
              <a:uFillTx/>
              <a:latin typeface="Malgun Gothic" panose="020B0503020000020004" pitchFamily="34" charset="-127"/>
            </a:endParaRPr>
          </a:p>
        </p:txBody>
      </p:sp>
      <p:sp>
        <p:nvSpPr>
          <p:cNvPr id="140" name="Content [Comment]" hidden="1">
            <a:extLst>
              <a:ext uri="{FF2B5EF4-FFF2-40B4-BE49-F238E27FC236}">
                <a16:creationId xmlns:a16="http://schemas.microsoft.com/office/drawing/2014/main" id="{906252E7-98DB-45F0-8278-EB60F71B7340}"/>
              </a:ext>
            </a:extLst>
          </p:cNvPr>
          <p:cNvSpPr>
            <a:spLocks/>
          </p:cNvSpPr>
          <p:nvPr userDrawn="1"/>
        </p:nvSpPr>
        <p:spPr>
          <a:xfrm>
            <a:off x="9480875" y="1097671"/>
            <a:ext cx="2478456" cy="1277440"/>
          </a:xfrm>
          <a:prstGeom prst="wedgeRectCallout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miter lim="800000"/>
          </a:ln>
          <a:effectLst/>
        </p:spPr>
        <p:txBody>
          <a:bodyPr lIns="143215" tIns="143215" rIns="143215" bIns="143215" rtlCol="0" anchor="t"/>
          <a:lstStyle/>
          <a:p>
            <a:pPr marL="0" marR="0" lvl="0" indent="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&lt;initials&gt; &lt;date&gt;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yyyy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-MM-dd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hh:mm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A0A0A"/>
                </a:solidFill>
                <a:effectLst/>
                <a:uLnTx/>
                <a:uFillTx/>
                <a:latin typeface="Malgun Gothic" panose="020B0503020000020004" pitchFamily="34" charset="-127"/>
              </a:rPr>
              <a:t>&lt;/date&gt;: </a:t>
            </a:r>
          </a:p>
        </p:txBody>
      </p:sp>
      <p:sp>
        <p:nvSpPr>
          <p:cNvPr id="141" name="Draft [Sticker]" hidden="1">
            <a:extLst>
              <a:ext uri="{FF2B5EF4-FFF2-40B4-BE49-F238E27FC236}">
                <a16:creationId xmlns:a16="http://schemas.microsoft.com/office/drawing/2014/main" id="{904633E3-6BC9-4C5E-B74A-8B9D4AE95B20}"/>
              </a:ext>
            </a:extLst>
          </p:cNvPr>
          <p:cNvSpPr/>
          <p:nvPr userDrawn="1"/>
        </p:nvSpPr>
        <p:spPr bwMode="gray">
          <a:xfrm rot="18900000">
            <a:off x="2915884" y="2819463"/>
            <a:ext cx="6360233" cy="1219077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R="0" algn="ctr" defTabSz="914126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8797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Malgun Gothic" panose="020B0503020000020004" pitchFamily="34" charset="-127"/>
                <a:ea typeface="Arial Unicode MS" pitchFamily="34" charset="-128"/>
                <a:cs typeface="Arial Unicode MS" pitchFamily="34" charset="-128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785380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lvl1pPr algn="l" defTabSz="1088231" rtl="0" eaLnBrk="1" latinLnBrk="0" hangingPunct="1">
        <a:spcBef>
          <a:spcPct val="0"/>
        </a:spcBef>
        <a:buNone/>
        <a:defRPr sz="2399" b="1" kern="1200" baseline="0">
          <a:solidFill>
            <a:schemeClr val="tx1"/>
          </a:solidFill>
          <a:latin typeface="Malgun Gothic" panose="020B0503020000020004" pitchFamily="34" charset="-127"/>
          <a:ea typeface="+mj-ea"/>
          <a:cs typeface="+mj-cs"/>
        </a:defRPr>
      </a:lvl1pPr>
    </p:titleStyle>
    <p:bodyStyle>
      <a:lvl1pPr marL="0" indent="0" algn="l" defTabSz="1088231" rtl="0" eaLnBrk="1" latinLnBrk="0" hangingPunct="1">
        <a:spcBef>
          <a:spcPts val="1799"/>
        </a:spcBef>
        <a:buClr>
          <a:schemeClr val="accent1"/>
        </a:buClr>
        <a:buSzPct val="80000"/>
        <a:buFontTx/>
        <a:buNone/>
        <a:defRPr sz="1999" b="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1pPr>
      <a:lvl2pPr marL="179910" indent="-179910" algn="l" defTabSz="1088231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799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2pPr>
      <a:lvl3pPr marL="358667" indent="-179334" algn="l" defTabSz="1088231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799" kern="1200" noProof="0" dirty="0" smtClean="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3pPr>
      <a:lvl4pPr marL="539730" indent="-179910" algn="l" defTabSz="1088231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600" kern="120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4pPr>
      <a:lvl5pPr marL="719640" indent="-179910" algn="l" defTabSz="1088231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400" kern="1200" baseline="0">
          <a:solidFill>
            <a:schemeClr val="tx1"/>
          </a:solidFill>
          <a:latin typeface="Malgun Gothic" panose="020B0503020000020004" pitchFamily="34" charset="-127"/>
          <a:ea typeface="+mn-ea"/>
          <a:cs typeface="+mn-cs"/>
        </a:defRPr>
      </a:lvl5pPr>
      <a:lvl6pPr marL="2992637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536753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080868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624985" indent="-272058" algn="l" defTabSz="1088231" rtl="0" eaLnBrk="1" latinLnBrk="0" hangingPunct="1">
        <a:spcBef>
          <a:spcPct val="20000"/>
        </a:spcBef>
        <a:buFont typeface="Arial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1pPr>
      <a:lvl2pPr marL="544116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2pPr>
      <a:lvl3pPr marL="108823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3pPr>
      <a:lvl4pPr marL="163234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4pPr>
      <a:lvl5pPr marL="2176463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5pPr>
      <a:lvl6pPr marL="2720580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6pPr>
      <a:lvl7pPr marL="3264695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7pPr>
      <a:lvl8pPr marL="3808811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8pPr>
      <a:lvl9pPr marL="4352927" algn="l" defTabSz="1088231" rtl="0" eaLnBrk="1" latinLnBrk="0" hangingPunct="1">
        <a:defRPr sz="20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BBDA6C-9B82-7B35-9D78-74EC8DBF3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E228D1A-7887-8D92-7811-F10E32F7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7A3F53-7F3B-14EE-A4A0-6CABAEA9D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BE9E7-F897-4E23-8E66-6924C874E485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446381-A2CC-E879-4218-2A9C28FD90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38151-A3B4-03D3-FDAE-DB4C502FEE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AE667-D09B-432E-A423-1FD13A1A48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2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E8344-E12F-DC8D-5F7A-648924D8B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2B86E-19A5-E461-FDCF-1A4C1D05FCA4}"/>
              </a:ext>
            </a:extLst>
          </p:cNvPr>
          <p:cNvSpPr/>
          <p:nvPr/>
        </p:nvSpPr>
        <p:spPr>
          <a:xfrm>
            <a:off x="1" y="2332006"/>
            <a:ext cx="12192000" cy="27424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799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81F747-0174-9DCA-8797-D16915EBA4B5}"/>
              </a:ext>
            </a:extLst>
          </p:cNvPr>
          <p:cNvSpPr txBox="1"/>
          <p:nvPr/>
        </p:nvSpPr>
        <p:spPr>
          <a:xfrm>
            <a:off x="503108" y="552298"/>
            <a:ext cx="386347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FS 개선 Technical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1BFDF-3AB5-95CA-2FA3-7F17267DB869}"/>
              </a:ext>
            </a:extLst>
          </p:cNvPr>
          <p:cNvSpPr txBox="1"/>
          <p:nvPr/>
        </p:nvSpPr>
        <p:spPr>
          <a:xfrm>
            <a:off x="503108" y="3322951"/>
            <a:ext cx="10246975" cy="6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FS01 </a:t>
            </a:r>
            <a:r>
              <a:rPr kumimoji="0" 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</a:t>
            </a:r>
            <a:r>
              <a:rPr kumimoji="0" lang="ko-KR" alt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자재관리</a:t>
            </a:r>
            <a:r>
              <a:rPr kumimoji="0" lang="en-US" altLang="ko-KR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_FS_V10</a:t>
            </a:r>
            <a:r>
              <a:rPr kumimoji="0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AC16D3-897E-5303-C99A-6AA17EA55B07}"/>
              </a:ext>
            </a:extLst>
          </p:cNvPr>
          <p:cNvSpPr txBox="1"/>
          <p:nvPr/>
        </p:nvSpPr>
        <p:spPr>
          <a:xfrm>
            <a:off x="7050718" y="4666658"/>
            <a:ext cx="5121832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28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번 최민준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1차 중간평가  FEEDBACK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반영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2026-08-31</a:t>
            </a:r>
          </a:p>
        </p:txBody>
      </p:sp>
    </p:spTree>
    <p:extLst>
      <p:ext uri="{BB962C8B-B14F-4D97-AF65-F5344CB8AC3E}">
        <p14:creationId xmlns:p14="http://schemas.microsoft.com/office/powerpoint/2010/main" val="3321288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1-</a:t>
            </a:r>
            <a:r>
              <a:rPr lang="en-US" altLang="ko-KR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1</a:t>
            </a:r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. 자재관리(MARA) 피드백 반영 사항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Draft List 화면 상태 인디케이터 미표시 문제 수정 — @ObjectModel.semanticKey 추가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488271"/>
          <a:ext cx="5798489" cy="1129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ZR_B28_MARA (Root View)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Draft List에서 초안/게시 상태 아이콘이 표시되지 않음 → @ObjectModel.semanticKey 어노테이션을 Root Entity 키 필드에 추가하여 수정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2687959"/>
            <a:ext cx="5798490" cy="366528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@ObjectModel.semanticKey 추가 (ZR_B28_MARA)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@ObjectModel.semanticKey: ['Matnr']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define root view entity ZR_B28_MARA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as select from ztb28mara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{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key mat_uuid as MatUuid,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matnr        as Matnr,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...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</a:p>
        </p:txBody>
      </p:sp>
      <p:sp>
        <p:nvSpPr>
          <p:cNvPr id="6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410CFF-96BE-E427-13E8-8F4C9C23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51"/>
          <a:stretch>
            <a:fillRect/>
          </a:stretch>
        </p:blipFill>
        <p:spPr>
          <a:xfrm>
            <a:off x="6436448" y="1488272"/>
            <a:ext cx="5250859" cy="4848271"/>
          </a:xfrm>
          <a:prstGeom prst="rect">
            <a:avLst/>
          </a:prstGeom>
          <a:ln>
            <a:solidFill>
              <a:srgbClr val="00195A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4CBA5-3252-1845-725E-9E0619908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AFE6A77-718E-E78B-28CC-E0BBE5B454D9}"/>
              </a:ext>
            </a:extLst>
          </p:cNvPr>
          <p:cNvSpPr/>
          <p:nvPr/>
        </p:nvSpPr>
        <p:spPr>
          <a:xfrm>
            <a:off x="1" y="2332006"/>
            <a:ext cx="12192000" cy="27424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EC484D-61AB-330E-B3B5-6BB80EB85DFC}"/>
              </a:ext>
            </a:extLst>
          </p:cNvPr>
          <p:cNvSpPr txBox="1"/>
          <p:nvPr/>
        </p:nvSpPr>
        <p:spPr>
          <a:xfrm>
            <a:off x="503108" y="552298"/>
            <a:ext cx="386347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FS 개선 Technical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46DD63-3732-7CA2-286F-74174B25BEFC}"/>
              </a:ext>
            </a:extLst>
          </p:cNvPr>
          <p:cNvSpPr txBox="1"/>
          <p:nvPr/>
        </p:nvSpPr>
        <p:spPr>
          <a:xfrm>
            <a:off x="503108" y="3322951"/>
            <a:ext cx="10246975" cy="6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FS02 </a:t>
            </a:r>
            <a:r>
              <a:rPr kumimoji="0" 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</a:t>
            </a:r>
            <a:r>
              <a:rPr kumimoji="0" lang="ko-KR" alt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계정관리</a:t>
            </a:r>
            <a:r>
              <a:rPr kumimoji="0" lang="en-US" altLang="ko-KR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_FS_V10</a:t>
            </a: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F6F0B9-83C4-D3F0-0DDB-BF8045C17C4B}"/>
              </a:ext>
            </a:extLst>
          </p:cNvPr>
          <p:cNvSpPr txBox="1"/>
          <p:nvPr/>
        </p:nvSpPr>
        <p:spPr>
          <a:xfrm>
            <a:off x="7050718" y="4666658"/>
            <a:ext cx="5121832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28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번 최민준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1차 중간평가  FEEDBACK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반영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2026-08-31</a:t>
            </a:r>
          </a:p>
        </p:txBody>
      </p:sp>
    </p:spTree>
    <p:extLst>
      <p:ext uri="{BB962C8B-B14F-4D97-AF65-F5344CB8AC3E}">
        <p14:creationId xmlns:p14="http://schemas.microsoft.com/office/powerpoint/2010/main" val="3741077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EF33595-4E3A-4397-AC05-4F11A5FE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738472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2-1. FI 계정관리(SKA1) 구현 진행 상황</a:t>
            </a:r>
            <a:endParaRPr lang="ko-KR" altLang="en-US" sz="1999" dirty="0"/>
          </a:p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 1) ListPage 화면 – 완성도 100%</a:t>
            </a:r>
            <a:endParaRPr lang="ko-KR" altLang="en-US" sz="199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FE5F9-D1DF-54AB-EC8D-BC8C68A7373A}"/>
              </a:ext>
            </a:extLst>
          </p:cNvPr>
          <p:cNvSpPr txBox="1"/>
          <p:nvPr/>
        </p:nvSpPr>
        <p:spPr>
          <a:xfrm>
            <a:off x="708942" y="1451129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CA08EA4-78A5-C7F2-2990-71D3036737AA}"/>
              </a:ext>
            </a:extLst>
          </p:cNvPr>
          <p:cNvSpPr txBox="1">
            <a:spLocks/>
          </p:cNvSpPr>
          <p:nvPr/>
        </p:nvSpPr>
        <p:spPr bwMode="black">
          <a:xfrm>
            <a:off x="6226513" y="873997"/>
            <a:ext cx="5460921" cy="215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Malgun Gothic" panose="020B0503020000020004" pitchFamily="34" charset="-127"/>
                <a:ea typeface="+mj-ea"/>
                <a:cs typeface="+mj-cs"/>
              </a:defRPr>
            </a:lvl1pPr>
          </a:lstStyle>
          <a:p>
            <a:pPr marL="0" marR="0" lvl="0" indent="0" algn="l" defTabSz="108823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2) Object Page 화면 – 완성도 100%</a:t>
            </a:r>
            <a:endParaRPr kumimoji="0" lang="ko-KR" altLang="en-US" sz="19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 panose="020B0503020000020004" pitchFamily="34" charset="-127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CF1D3-C316-F781-E537-DDB0F1D573FC}"/>
              </a:ext>
            </a:extLst>
          </p:cNvPr>
          <p:cNvSpPr txBox="1"/>
          <p:nvPr/>
        </p:nvSpPr>
        <p:spPr>
          <a:xfrm>
            <a:off x="6336945" y="1451128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pic>
        <p:nvPicPr>
          <p:cNvPr id="42" name="Picture 41" descr="1787535765980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68" y="1887773"/>
            <a:ext cx="5298620" cy="2356593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3" name="Picture 42" descr="1787535794064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13" y="1830416"/>
            <a:ext cx="5298620" cy="2413949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503871" y="4499722"/>
            <a:ext cx="75674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구성 요약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03871" y="4759654"/>
          <a:ext cx="11183563" cy="959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Table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ZTB28SKA1 · ZTB28SKA1_T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CDS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ZR_B28_SKA1 · ZI_B28_SKA1TEXT · ZC_B28_SKA1 · ZC_B28_SKA1TEXT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RAP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Managed, no-draft · OData V2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28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B47D-0DD4-C342-81F1-F9872681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4BBBD81-564B-7F0D-43D6-69B83ACA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599880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2-2. FI 계정관리(SKA1) RAP 기능 추가</a:t>
            </a:r>
            <a:endParaRPr lang="ko-KR" altLang="en-US" sz="1999" dirty="0"/>
          </a:p>
          <a:p>
            <a:r>
              <a:rPr lang="en-US" altLang="ko-KR" sz="1500" b="0" dirty="0">
                <a:latin typeface="Paperlogy 4 Regular"/>
                <a:ea typeface="Paperlogy 5 Medium"/>
                <a:cs typeface="Paperlogy 5 Medium"/>
              </a:rPr>
              <a:t>1) 조정계정구분 기본값 자동화 및 계정번호 중복 등록 방지</a:t>
            </a:r>
            <a:endParaRPr lang="ko-KR" altLang="en-US" sz="1999" dirty="0"/>
          </a:p>
        </p:txBody>
      </p:sp>
      <p:graphicFrame>
        <p:nvGraphicFramePr>
          <p:cNvPr id="42" name="표 11">
            <a:extLst>
              <a:ext uri="{FF2B5EF4-FFF2-40B4-BE49-F238E27FC236}">
                <a16:creationId xmlns:a16="http://schemas.microsoft.com/office/drawing/2014/main" id="{DD6C9423-F528-FC60-1165-C79BD2E9CCCF}"/>
              </a:ext>
            </a:extLst>
          </p:cNvPr>
          <p:cNvGraphicFramePr>
            <a:graphicFrameLocks noGrp="1"/>
          </p:cNvGraphicFramePr>
          <p:nvPr/>
        </p:nvGraphicFramePr>
        <p:xfrm>
          <a:off x="503871" y="1413815"/>
          <a:ext cx="5798490" cy="20745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57">
                  <a:extLst>
                    <a:ext uri="{9D8B030D-6E8A-4147-A177-3AD203B41FA5}">
                      <a16:colId xmlns:a16="http://schemas.microsoft.com/office/drawing/2014/main" val="3654159576"/>
                    </a:ext>
                  </a:extLst>
                </a:gridCol>
                <a:gridCol w="4098933">
                  <a:extLst>
                    <a:ext uri="{9D8B030D-6E8A-4147-A177-3AD203B41FA5}">
                      <a16:colId xmlns:a16="http://schemas.microsoft.com/office/drawing/2014/main" val="1632559112"/>
                    </a:ext>
                  </a:extLst>
                </a:gridCol>
              </a:tblGrid>
              <a:tr h="3047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Method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변경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 /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추가 이유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1763"/>
                  </a:ext>
                </a:extLst>
              </a:tr>
              <a:tr h="56144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SetDefaultMitkz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신규 생성 시 조정계정구분(Mitkz)이 비어있으면 기본값 'A'로 자동 설정 (초기값일 때만 채움)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04393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ValidateMandatorySka1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계정번호(Saknr)·계정타입(Glact) 필수값 체크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3670751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CheckSaknrDuplicate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계정번호(Saknr) 중복 여부 체크 — 본인(sak_uuid) 제외하고 동일 Saknr 존재 시 차단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672740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87A327-B963-29B8-7FE2-1F7E33AAFCA2}"/>
              </a:ext>
            </a:extLst>
          </p:cNvPr>
          <p:cNvSpPr txBox="1"/>
          <p:nvPr/>
        </p:nvSpPr>
        <p:spPr>
          <a:xfrm>
            <a:off x="6436447" y="1413815"/>
            <a:ext cx="4925281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적용된 예시 화면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( RAP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 실행 화면 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)</a:t>
            </a:r>
            <a:endParaRPr kumimoji="0" lang="ko-KR" altLang="en-US" sz="1799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" name="Picture 42" descr="1787535868878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750437"/>
            <a:ext cx="4898724" cy="2204646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4" name="Picture 43" descr="178753756711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46" y="4054837"/>
            <a:ext cx="4898724" cy="2208622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503872" y="3549968"/>
            <a:ext cx="4288840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CheckSaknrDuplicate — 계정번호 중복 체크 (lhc_ZR_B28_SKA1)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871" y="3769912"/>
            <a:ext cx="5798490" cy="665384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LOOP AT accounts INTO DATA(account).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CHECK account-Saknr IS NOT INITIAL.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SELECT SINGLE FROM ztb28ska1 FIELDS sak_uuid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871" y="4531221"/>
            <a:ext cx="5798490" cy="519228"/>
          </a:xfrm>
          <a:prstGeom prst="rect">
            <a:avLst/>
          </a:prstGeom>
          <a:solidFill>
            <a:srgbClr val="FDF2F2"/>
          </a:solidFill>
          <a:ln w="15875">
            <a:solidFill>
              <a:srgbClr val="C02A2A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WHERE saknr    = @account-Saknr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AND sak_uuid &lt;&gt; @account-SakUuid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INTO @DATA(lv_uuid).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871" y="5129696"/>
            <a:ext cx="5798490" cy="665384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IF sy-subrc = 0.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" 이미 존재하는 계정번호입니다 "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ENDIF.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ENDLOOP.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71" y="5911001"/>
            <a:ext cx="5798490" cy="24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sak_uuid &lt;&gt; 조건으로 본인 레코드를 제외 → Update 시 자기 자신과 비교되어 오탐지되는 문제 방지</a:t>
            </a:r>
          </a:p>
        </p:txBody>
      </p:sp>
    </p:spTree>
    <p:extLst>
      <p:ext uri="{BB962C8B-B14F-4D97-AF65-F5344CB8AC3E}">
        <p14:creationId xmlns:p14="http://schemas.microsoft.com/office/powerpoint/2010/main" val="2251268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D792-7271-E455-3477-F8F7B488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8D553D15-6BAD-AAC7-1701-68B68F86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1045784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2-3. FI 계정관리(SKA1) 기타 다른 사항_x000B_예) Reuse를 위한 View, Class(Method) 등 FS에 포함이 안된 내용</a:t>
            </a:r>
            <a:br>
              <a:rPr lang="en-US" altLang="ko-KR" dirty="0"/>
            </a:br>
            <a:endParaRPr lang="ko-KR" altLang="en-US" sz="1999" dirty="0"/>
          </a:p>
        </p:txBody>
      </p:sp>
      <p:sp>
        <p:nvSpPr>
          <p:cNvPr id="42" name="TextBox 41"/>
          <p:cNvSpPr txBox="1"/>
          <p:nvPr/>
        </p:nvSpPr>
        <p:spPr>
          <a:xfrm>
            <a:off x="503871" y="1450516"/>
            <a:ext cx="10997136" cy="95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•  실 DB 덤프 테스트 중 발견 → CheckSaknrDuplicate 추가 (설계 단계에서는 예상 못한 이슈)</a:t>
            </a:r>
          </a:p>
          <a:p>
            <a:pPr marL="0" marR="0" lvl="0" indent="0" algn="l" defTabSz="108844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•  테스트용 G/L 계정 시드 데이터 반영: 12050100 / 21120000 / 51002000</a:t>
            </a:r>
          </a:p>
        </p:txBody>
      </p:sp>
    </p:spTree>
    <p:extLst>
      <p:ext uri="{BB962C8B-B14F-4D97-AF65-F5344CB8AC3E}">
        <p14:creationId xmlns:p14="http://schemas.microsoft.com/office/powerpoint/2010/main" val="1354561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2-4. FI 계정관리(SKA1) 피드백 반영 사항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계정번호 중복체크 오탐 수정 및 필수값 검증 범위 확대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150593"/>
          <a:ext cx="5798490" cy="2939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CheckSaknrDuplicate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계정번호 앞자리 0 유무에 따라 동일 계정이 다르게 인식되어 중복체크가 무력화됨 → ALPHA 변환(ALPHA=IN)으로 LPAD padding 후 비교하도록 수정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73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ValidateMandatorySka1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계정타입(Glact)·회사코드(Bukrs)·통화(Waers)·조정계정구분(Mitkz)에 대한 유효성 검증이 없었음 → DD07T 도메인 조회 로직을 추가해 4개 필드 모두 실제 유효한 값인지 검증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생성 시점 차단 (Xloev)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이미 삭제 플래그(Xloev)가 설정된 상태로 신규 생성이 가능했던 문제 → 생성 시점에 Xloev가 채워져 있으면 차단하는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4159810"/>
            <a:ext cx="5798490" cy="218943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CheckSaknrDuplicate — ALPHA 변환 보정 (lhc_ZR_B28_SKA1)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CALL FUNCTION 'CONVERSION_EXIT_ALPHA_INPUT'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EXPORTING input  = account-Saknr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IMPORTING output = lv_saknr_padded.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SINGLE FROM ztb28ska1 FIELDS sak_uuid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WHERE saknr    = @lv_saknr_padded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AND sak_uuid &lt;&gt; @account-SakUuid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INTO @DATA(lv_uuid).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6302362" y="508760"/>
            <a:ext cx="5385073" cy="519865"/>
          </a:xfrm>
          <a:prstGeom prst="rect">
            <a:avLst/>
          </a:prstGeom>
          <a:noFill/>
        </p:spPr>
        <p:txBody>
          <a:bodyPr wrap="square" lIns="89977" tIns="39990" rIns="59984" bIns="39990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Fiori 입력값은 앞자리 0이 자동으로 채워지지만 DB 저장값은 그렇지 않아, 패딩 없이 비교하면 같은 계정을 다른 계정으로 오인식함</a:t>
            </a:r>
          </a:p>
        </p:txBody>
      </p:sp>
      <p:sp>
        <p:nvSpPr>
          <p:cNvPr id="6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380CE99-AFBE-A178-B43F-779A1B912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486506"/>
            <a:ext cx="5250861" cy="4862734"/>
          </a:xfrm>
          <a:prstGeom prst="rect">
            <a:avLst/>
          </a:prstGeom>
          <a:ln>
            <a:solidFill>
              <a:srgbClr val="00195A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167D8-9BC8-5A03-297F-336DB409F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608411-1E0B-56FA-73EA-051D3C642B3A}"/>
              </a:ext>
            </a:extLst>
          </p:cNvPr>
          <p:cNvSpPr/>
          <p:nvPr/>
        </p:nvSpPr>
        <p:spPr>
          <a:xfrm>
            <a:off x="1" y="2332006"/>
            <a:ext cx="12192000" cy="27424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7AAC3-F060-3814-5D1A-A12182F02129}"/>
              </a:ext>
            </a:extLst>
          </p:cNvPr>
          <p:cNvSpPr txBox="1"/>
          <p:nvPr/>
        </p:nvSpPr>
        <p:spPr>
          <a:xfrm>
            <a:off x="503108" y="552298"/>
            <a:ext cx="386347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FS 개선 Technical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D5521-16BF-C7C9-2C09-E5DAA25763AF}"/>
              </a:ext>
            </a:extLst>
          </p:cNvPr>
          <p:cNvSpPr txBox="1"/>
          <p:nvPr/>
        </p:nvSpPr>
        <p:spPr>
          <a:xfrm>
            <a:off x="503108" y="3322951"/>
            <a:ext cx="10246975" cy="6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FS03 </a:t>
            </a:r>
            <a:r>
              <a:rPr kumimoji="0" 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</a:t>
            </a:r>
            <a:r>
              <a:rPr kumimoji="0" lang="ko-KR" altLang="en-US" sz="3399" b="0" i="0" u="none" strike="noStrike" kern="1200" cap="none" spc="0" normalizeH="0" baseline="0" noProof="0" dirty="0" err="1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밴더관리</a:t>
            </a:r>
            <a:r>
              <a:rPr kumimoji="0" lang="en-US" altLang="ko-KR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_FS_V10</a:t>
            </a: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613F4-CE3C-D56A-FF3E-937376321FB9}"/>
              </a:ext>
            </a:extLst>
          </p:cNvPr>
          <p:cNvSpPr txBox="1"/>
          <p:nvPr/>
        </p:nvSpPr>
        <p:spPr>
          <a:xfrm>
            <a:off x="7050718" y="4666658"/>
            <a:ext cx="5121832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28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번 최민준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1차 중간평가  FEEDBACK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반영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2026-08-31</a:t>
            </a:r>
          </a:p>
        </p:txBody>
      </p:sp>
    </p:spTree>
    <p:extLst>
      <p:ext uri="{BB962C8B-B14F-4D97-AF65-F5344CB8AC3E}">
        <p14:creationId xmlns:p14="http://schemas.microsoft.com/office/powerpoint/2010/main" val="4106172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EF33595-4E3A-4397-AC05-4F11A5FE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738472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3-1. 밴더관리(LFA1) 구현 진행 상황</a:t>
            </a:r>
            <a:endParaRPr lang="ko-KR" altLang="en-US" sz="1999" dirty="0"/>
          </a:p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 1) ListPage 화면 – 완성도 100%</a:t>
            </a:r>
            <a:endParaRPr lang="ko-KR" altLang="en-US" sz="199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FE5F9-D1DF-54AB-EC8D-BC8C68A7373A}"/>
              </a:ext>
            </a:extLst>
          </p:cNvPr>
          <p:cNvSpPr txBox="1"/>
          <p:nvPr/>
        </p:nvSpPr>
        <p:spPr>
          <a:xfrm>
            <a:off x="708942" y="1451129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CA08EA4-78A5-C7F2-2990-71D3036737AA}"/>
              </a:ext>
            </a:extLst>
          </p:cNvPr>
          <p:cNvSpPr txBox="1">
            <a:spLocks/>
          </p:cNvSpPr>
          <p:nvPr/>
        </p:nvSpPr>
        <p:spPr bwMode="black">
          <a:xfrm>
            <a:off x="6226513" y="873997"/>
            <a:ext cx="5460921" cy="215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Malgun Gothic" panose="020B0503020000020004" pitchFamily="34" charset="-127"/>
                <a:ea typeface="+mj-ea"/>
                <a:cs typeface="+mj-cs"/>
              </a:defRPr>
            </a:lvl1pPr>
          </a:lstStyle>
          <a:p>
            <a:pPr marL="0" marR="0" lvl="0" indent="0" algn="l" defTabSz="108823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2) Object Page 화면 – 완성도 100%</a:t>
            </a:r>
            <a:endParaRPr kumimoji="0" lang="ko-KR" altLang="en-US" sz="19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 panose="020B0503020000020004" pitchFamily="34" charset="-127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CF1D3-C316-F781-E537-DDB0F1D573FC}"/>
              </a:ext>
            </a:extLst>
          </p:cNvPr>
          <p:cNvSpPr txBox="1"/>
          <p:nvPr/>
        </p:nvSpPr>
        <p:spPr>
          <a:xfrm>
            <a:off x="6336945" y="1451128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pic>
        <p:nvPicPr>
          <p:cNvPr id="42" name="Picture 41" descr="1787535966337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1" y="1830416"/>
            <a:ext cx="5198646" cy="2354459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3" name="Picture 42" descr="178753598234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13" y="1830417"/>
            <a:ext cx="5298620" cy="2417254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503871" y="4499722"/>
            <a:ext cx="75674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구성 요약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03871" y="4759654"/>
          <a:ext cx="11183563" cy="959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Table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ZTB28LFA1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CDS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ZR_B28_LFA1 · ZC_B28_LFA1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RAP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Managed, with draft · OData V4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348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B47D-0DD4-C342-81F1-F9872681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4BBBD81-564B-7F0D-43D6-69B83ACA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3-1. 밴더관리(LFA1) RAP 기능 추가</a:t>
            </a:r>
            <a:endParaRPr lang="ko-KR" altLang="en-US" sz="1999" dirty="0"/>
          </a:p>
          <a:p>
            <a:r>
              <a:rPr lang="en-US" altLang="ko-KR" sz="1500" b="0" dirty="0">
                <a:latin typeface="Paperlogy 4 Regular"/>
                <a:ea typeface="Paperlogy 5 Medium"/>
                <a:cs typeface="Paperlogy 5 Medium"/>
              </a:rPr>
              <a:t>1) 공급업체분류별 차등 자동채번 및 조정계정·최소주문금액 데이터 무결성 확보</a:t>
            </a:r>
            <a:endParaRPr lang="ko-KR" altLang="en-US" sz="1999" dirty="0"/>
          </a:p>
        </p:txBody>
      </p:sp>
      <p:graphicFrame>
        <p:nvGraphicFramePr>
          <p:cNvPr id="42" name="표 11">
            <a:extLst>
              <a:ext uri="{FF2B5EF4-FFF2-40B4-BE49-F238E27FC236}">
                <a16:creationId xmlns:a16="http://schemas.microsoft.com/office/drawing/2014/main" id="{DD6C9423-F528-FC60-1165-C79BD2E9CCCF}"/>
              </a:ext>
            </a:extLst>
          </p:cNvPr>
          <p:cNvGraphicFramePr>
            <a:graphicFrameLocks noGrp="1"/>
          </p:cNvGraphicFramePr>
          <p:nvPr/>
        </p:nvGraphicFramePr>
        <p:xfrm>
          <a:off x="503871" y="1229031"/>
          <a:ext cx="5798490" cy="252784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57">
                  <a:extLst>
                    <a:ext uri="{9D8B030D-6E8A-4147-A177-3AD203B41FA5}">
                      <a16:colId xmlns:a16="http://schemas.microsoft.com/office/drawing/2014/main" val="3654159576"/>
                    </a:ext>
                  </a:extLst>
                </a:gridCol>
                <a:gridCol w="4098933">
                  <a:extLst>
                    <a:ext uri="{9D8B030D-6E8A-4147-A177-3AD203B41FA5}">
                      <a16:colId xmlns:a16="http://schemas.microsoft.com/office/drawing/2014/main" val="1632559112"/>
                    </a:ext>
                  </a:extLst>
                </a:gridCol>
              </a:tblGrid>
              <a:tr h="3047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Method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변경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 /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추가 이유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1763"/>
                  </a:ext>
                </a:extLst>
              </a:tr>
              <a:tr h="320021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SetDefaultWaers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생성 시 통화(Waers)가 비어있으면 'KRW'로 자동 설정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04393"/>
                  </a:ext>
                </a:extLst>
              </a:tr>
              <a:tr h="78008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ValidateMandatory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공급업체분류(Fdgrv)·공급업체명(Name1) 필수값 체크 + 조정계정(Akont) 존재 여부 체크(LPAD 비교) + 최소주문금액(Minbw) 음수 방지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758401"/>
                  </a:ext>
                </a:extLst>
              </a:tr>
              <a:tr h="582842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get_instance_features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통화(Waers) 필드는 항상 read-only 처리 (조건 없음)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1117988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SetLifnr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공급업체분류(Fdgrv)를 Number Range Subobject로 사용해 분류별 차등 자동채번 (NUMBER_GET_NEXT, ZNR_B28LI)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164346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87A327-B963-29B8-7FE2-1F7E33AAFCA2}"/>
              </a:ext>
            </a:extLst>
          </p:cNvPr>
          <p:cNvSpPr txBox="1"/>
          <p:nvPr/>
        </p:nvSpPr>
        <p:spPr>
          <a:xfrm>
            <a:off x="6436447" y="1413815"/>
            <a:ext cx="4925281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적용된 예시 화면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( RAP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 실행 화면 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)</a:t>
            </a:r>
            <a:endParaRPr kumimoji="0" lang="ko-KR" altLang="en-US" sz="1799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" name="Picture 42" descr="1787536020683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750437"/>
            <a:ext cx="2599323" cy="1711206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4" name="Picture 43" descr="178753607001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743" y="1750437"/>
            <a:ext cx="2599323" cy="2404554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5" name="Picture 44" descr="1787536096469_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446" y="3561965"/>
            <a:ext cx="2599323" cy="2393483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6" name="Picture 45" descr="1787537999566_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5743" y="4154991"/>
            <a:ext cx="2599323" cy="1179366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7" name="TextBox 46"/>
          <p:cNvSpPr txBox="1"/>
          <p:nvPr/>
        </p:nvSpPr>
        <p:spPr>
          <a:xfrm>
            <a:off x="503872" y="3810935"/>
            <a:ext cx="3893001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SetLifnr — 공급업체분류별 차등 자동채번 (lhc_ZR_B28_LFA1)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871" y="4030878"/>
            <a:ext cx="5798490" cy="1103851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LOOP AT suppliers INTO DATA(supplier).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IF supplier-Lifnr IS INITIAL.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CALL FUNCTION 'NUMBER_GET_NEXT'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EXPORTING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nr_range_nr = '01'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object      = 'ZNR_B28LI'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71" y="5280692"/>
            <a:ext cx="5798490" cy="226916"/>
          </a:xfrm>
          <a:prstGeom prst="rect">
            <a:avLst/>
          </a:prstGeom>
          <a:solidFill>
            <a:srgbClr val="FDF2F2"/>
          </a:solidFill>
          <a:ln w="15875">
            <a:solidFill>
              <a:srgbClr val="C02A2A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subobject   = supplier-Fdgrv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3871" y="5553498"/>
            <a:ext cx="5798490" cy="8115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IMPORTING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   number      = lv_nr_out.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" ... 발번 성공 시 Lifnr에 반영 "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ENDIF.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ENDLOOP.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7956" y="6477643"/>
            <a:ext cx="5798490" cy="24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Subobject를 공급업체분류(Fdgrv)로 지정 → 분류(A1~A6)별로 독립된 번호 구간에서 자동채번</a:t>
            </a:r>
          </a:p>
        </p:txBody>
      </p:sp>
    </p:spTree>
    <p:extLst>
      <p:ext uri="{BB962C8B-B14F-4D97-AF65-F5344CB8AC3E}">
        <p14:creationId xmlns:p14="http://schemas.microsoft.com/office/powerpoint/2010/main" val="15474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D792-7271-E455-3477-F8F7B488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8D553D15-6BAD-AAC7-1701-68B68F86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1046168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3-2. 밴더관리(LFA1) 기타 다른 사항_x000B_예) Reuse를 위한 View, Class(Method) 등 FS에 포함이 안된 내용</a:t>
            </a:r>
            <a:br>
              <a:rPr lang="en-US" altLang="ko-KR" dirty="0"/>
            </a:br>
            <a:endParaRPr lang="ko-KR" altLang="en-US" sz="1999" dirty="0"/>
          </a:p>
        </p:txBody>
      </p:sp>
      <p:sp>
        <p:nvSpPr>
          <p:cNvPr id="42" name="TextBox 41"/>
          <p:cNvSpPr txBox="1"/>
          <p:nvPr/>
        </p:nvSpPr>
        <p:spPr>
          <a:xfrm>
            <a:off x="503871" y="1450515"/>
            <a:ext cx="10997136" cy="631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•  EXISTS() SQL Predicate 미지원 확인 → SELECT SINGLE ... sy-subrc 체크 방식으로 전환</a:t>
            </a:r>
          </a:p>
        </p:txBody>
      </p:sp>
    </p:spTree>
    <p:extLst>
      <p:ext uri="{BB962C8B-B14F-4D97-AF65-F5344CB8AC3E}">
        <p14:creationId xmlns:p14="http://schemas.microsoft.com/office/powerpoint/2010/main" val="190544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15482F67-49D0-F5CD-09D8-01C81540D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7" y="1490505"/>
            <a:ext cx="5250861" cy="4846038"/>
          </a:xfrm>
          <a:prstGeom prst="rect">
            <a:avLst/>
          </a:prstGeom>
          <a:ln>
            <a:solidFill>
              <a:srgbClr val="00195A"/>
            </a:solidFill>
          </a:ln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3-3. 밴더관리(LFA1) 피드백 반영 사항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Metadata Extension 어노테이션 누락 및 삭제 플래그 생성시점 차단 보정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490505"/>
          <a:ext cx="5798489" cy="21394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9737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Akont (Metadata Extension)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조정계정(Akont) 필드에 @UI.identification 어노테이션이 누락되어 Object Page에 필드가 표시되지 않음 → Metadata Extension에 어노테이션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생성 시점 차단 (Loevm)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삭제 플래그(Loevm)가 설정된 상태로 신규 공급업체 생성이 가능했던 문제 → 생성 시점에 Loevm 값 존재 시 차단하도록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3913524"/>
            <a:ext cx="5798490" cy="2439715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Akont 필드 @UI.identification 추가 (Metadata Extension)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annotate entity ZC_B28_LFA1 with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{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@UI.identification: [{ position: 40 }]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Akont;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}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03871" y="5833374"/>
            <a:ext cx="5798490" cy="519865"/>
          </a:xfrm>
          <a:prstGeom prst="rect">
            <a:avLst/>
          </a:prstGeom>
          <a:noFill/>
        </p:spPr>
        <p:txBody>
          <a:bodyPr wrap="square" lIns="89977" tIns="39990" rIns="59984" bIns="39990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CDS 어노테이션과 별도로 Metadata Extension에도 UI 표시 어노테이션이 있어야 Object Page 필드가 실제로 렌더링됨</a:t>
            </a:r>
          </a:p>
        </p:txBody>
      </p:sp>
      <p:sp>
        <p:nvSpPr>
          <p:cNvPr id="6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1589E1-9B68-C5A8-8DFF-29059FB8423C}"/>
              </a:ext>
            </a:extLst>
          </p:cNvPr>
          <p:cNvSpPr/>
          <p:nvPr/>
        </p:nvSpPr>
        <p:spPr bwMode="gray">
          <a:xfrm>
            <a:off x="6526423" y="3595232"/>
            <a:ext cx="5022104" cy="964898"/>
          </a:xfrm>
          <a:prstGeom prst="rect">
            <a:avLst/>
          </a:prstGeom>
          <a:noFill/>
          <a:ln w="25400" algn="ctr">
            <a:solidFill>
              <a:srgbClr val="C00000"/>
            </a:solidFill>
            <a:miter lim="800000"/>
            <a:headEnd/>
            <a:tailEnd/>
          </a:ln>
        </p:spPr>
        <p:txBody>
          <a:bodyPr lIns="89977" tIns="71981" rIns="89977" bIns="71981" rtlCol="0" anchor="ctr"/>
          <a:lstStyle/>
          <a:p>
            <a:pPr marL="0" marR="0" lvl="0" indent="0" algn="ctr" defTabSz="914126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ko-KR" altLang="en-US" sz="1799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6F43-D203-AEFB-6449-98DB6A3F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F42634-75EB-04CF-BA32-70A47E1EAEF7}"/>
              </a:ext>
            </a:extLst>
          </p:cNvPr>
          <p:cNvSpPr/>
          <p:nvPr/>
        </p:nvSpPr>
        <p:spPr>
          <a:xfrm>
            <a:off x="1" y="2332006"/>
            <a:ext cx="12192000" cy="27424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09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99DEE-8A7C-BACE-C5B3-13CC1B2C71C2}"/>
              </a:ext>
            </a:extLst>
          </p:cNvPr>
          <p:cNvSpPr txBox="1"/>
          <p:nvPr/>
        </p:nvSpPr>
        <p:spPr>
          <a:xfrm>
            <a:off x="503108" y="552298"/>
            <a:ext cx="386347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5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FS 개선 Technical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3CD9C7-0C0F-8AA7-CCB7-59125F3310CE}"/>
              </a:ext>
            </a:extLst>
          </p:cNvPr>
          <p:cNvSpPr txBox="1"/>
          <p:nvPr/>
        </p:nvSpPr>
        <p:spPr>
          <a:xfrm>
            <a:off x="503108" y="3322951"/>
            <a:ext cx="10246975" cy="6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FS04 </a:t>
            </a:r>
            <a:r>
              <a:rPr kumimoji="0" 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</a:t>
            </a:r>
            <a:r>
              <a:rPr kumimoji="0" lang="ko-KR" altLang="en-US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회계계정 결정관리</a:t>
            </a:r>
            <a:r>
              <a:rPr kumimoji="0" lang="en-US" altLang="ko-KR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_FS_V10</a:t>
            </a:r>
            <a:r>
              <a:rPr kumimoji="0" lang="de-DE" sz="3399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BCD89-1D4E-DB0C-D4B7-56F630FCD636}"/>
              </a:ext>
            </a:extLst>
          </p:cNvPr>
          <p:cNvSpPr txBox="1"/>
          <p:nvPr/>
        </p:nvSpPr>
        <p:spPr>
          <a:xfrm>
            <a:off x="7050718" y="4666658"/>
            <a:ext cx="5121832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28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번 최민준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1차 중간평가  FEEDBACK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반영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rgbClr val="00195A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  |   2026-08-31</a:t>
            </a:r>
          </a:p>
        </p:txBody>
      </p:sp>
    </p:spTree>
    <p:extLst>
      <p:ext uri="{BB962C8B-B14F-4D97-AF65-F5344CB8AC3E}">
        <p14:creationId xmlns:p14="http://schemas.microsoft.com/office/powerpoint/2010/main" val="131955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EF33595-4E3A-4397-AC05-4F11A5FE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738472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4-1. 회계계정결정관리(T030) 구현 진행 상황</a:t>
            </a:r>
            <a:endParaRPr lang="ko-KR" altLang="en-US" sz="1999" dirty="0"/>
          </a:p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 1) ListPage 화면 – 완성도 100%</a:t>
            </a:r>
            <a:endParaRPr lang="ko-KR" altLang="en-US" sz="199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FE5F9-D1DF-54AB-EC8D-BC8C68A7373A}"/>
              </a:ext>
            </a:extLst>
          </p:cNvPr>
          <p:cNvSpPr txBox="1"/>
          <p:nvPr/>
        </p:nvSpPr>
        <p:spPr>
          <a:xfrm>
            <a:off x="708942" y="1451129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CA08EA4-78A5-C7F2-2990-71D3036737AA}"/>
              </a:ext>
            </a:extLst>
          </p:cNvPr>
          <p:cNvSpPr txBox="1">
            <a:spLocks/>
          </p:cNvSpPr>
          <p:nvPr/>
        </p:nvSpPr>
        <p:spPr bwMode="black">
          <a:xfrm>
            <a:off x="6226513" y="873997"/>
            <a:ext cx="5460921" cy="215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Malgun Gothic" panose="020B0503020000020004" pitchFamily="34" charset="-127"/>
                <a:ea typeface="+mj-ea"/>
                <a:cs typeface="+mj-cs"/>
              </a:defRPr>
            </a:lvl1pPr>
          </a:lstStyle>
          <a:p>
            <a:pPr marL="0" marR="0" lvl="0" indent="0" algn="l" defTabSz="1088231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2) Object Page 화면 – 완성도 100%</a:t>
            </a:r>
            <a:endParaRPr kumimoji="0" lang="ko-KR" altLang="en-US" sz="1999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lgun Gothic" panose="020B0503020000020004" pitchFamily="34" charset="-127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CF1D3-C316-F781-E537-DDB0F1D573FC}"/>
              </a:ext>
            </a:extLst>
          </p:cNvPr>
          <p:cNvSpPr txBox="1"/>
          <p:nvPr/>
        </p:nvSpPr>
        <p:spPr>
          <a:xfrm>
            <a:off x="6336945" y="1451128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pic>
        <p:nvPicPr>
          <p:cNvPr id="42" name="Picture 41" descr="1787536627632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1" y="1830416"/>
            <a:ext cx="5198646" cy="2335420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3" name="Picture 42" descr="1787536616817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513" y="1830417"/>
            <a:ext cx="5298620" cy="2419461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503871" y="4499722"/>
            <a:ext cx="75674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Paperlogy 5 Medium"/>
                <a:cs typeface="Paperlogy 5 Medium"/>
              </a:rPr>
              <a:t>구성 요약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503871" y="4759654"/>
          <a:ext cx="11183564" cy="959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Table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ZTB28T030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CDS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ZR_B28_T030 · ZI_B28_T030TEXT · ZC_B28_T030 · ZC_B28_T030TEXT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RAP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Managed, no-draft · OData V2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720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B47D-0DD4-C342-81F1-F9872681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4BBBD81-564B-7F0D-43D6-69B83ACA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599880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4-2. 회계계정결정관리(T030) RAP 기능 추가</a:t>
            </a:r>
            <a:endParaRPr lang="ko-KR" altLang="en-US" sz="1999" dirty="0"/>
          </a:p>
          <a:p>
            <a:r>
              <a:rPr lang="en-US" altLang="ko-KR" sz="1500" b="0" dirty="0">
                <a:latin typeface="Paperlogy 4 Regular"/>
                <a:ea typeface="Paperlogy 5 Medium"/>
                <a:cs typeface="Paperlogy 5 Medium"/>
              </a:rPr>
              <a:t>1) 회계결정코드별 이동유형·평가클래스 조합에 대한 비즈니스 룰 검증</a:t>
            </a:r>
            <a:endParaRPr lang="ko-KR" altLang="en-US" sz="1999" dirty="0"/>
          </a:p>
        </p:txBody>
      </p:sp>
      <p:graphicFrame>
        <p:nvGraphicFramePr>
          <p:cNvPr id="42" name="표 11">
            <a:extLst>
              <a:ext uri="{FF2B5EF4-FFF2-40B4-BE49-F238E27FC236}">
                <a16:creationId xmlns:a16="http://schemas.microsoft.com/office/drawing/2014/main" id="{DD6C9423-F528-FC60-1165-C79BD2E9CCCF}"/>
              </a:ext>
            </a:extLst>
          </p:cNvPr>
          <p:cNvGraphicFramePr>
            <a:graphicFrameLocks noGrp="1"/>
          </p:cNvGraphicFramePr>
          <p:nvPr/>
        </p:nvGraphicFramePr>
        <p:xfrm>
          <a:off x="503871" y="1413815"/>
          <a:ext cx="5798490" cy="2465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57">
                  <a:extLst>
                    <a:ext uri="{9D8B030D-6E8A-4147-A177-3AD203B41FA5}">
                      <a16:colId xmlns:a16="http://schemas.microsoft.com/office/drawing/2014/main" val="3654159576"/>
                    </a:ext>
                  </a:extLst>
                </a:gridCol>
                <a:gridCol w="4098933">
                  <a:extLst>
                    <a:ext uri="{9D8B030D-6E8A-4147-A177-3AD203B41FA5}">
                      <a16:colId xmlns:a16="http://schemas.microsoft.com/office/drawing/2014/main" val="1632559112"/>
                    </a:ext>
                  </a:extLst>
                </a:gridCol>
              </a:tblGrid>
              <a:tr h="3047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Method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변경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 /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추가 이유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1763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SetSeqnr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동일 이동유형(Bwart) 내 최대 순번(Seqnr)+1로 자동 채번 (MAX 조회 기반)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04393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CheckSaknrExists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계정번호(Saknr) 필수값 체크 + LPAD 비교로 SKA1에 실제 존재하는 계정인지 검증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877349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CheckBklasByKtosl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WRX(GR/IR)는 평가클래스 지정 불가 + BSX/PRD는 평가클래스 3300(비평가자재) 지정 불가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7756693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CheckDuplicateRule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이동유형+회계결정코드+평가클래스 조합 중복 등록 방지 (본인 UUID 제외)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86257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87A327-B963-29B8-7FE2-1F7E33AAFCA2}"/>
              </a:ext>
            </a:extLst>
          </p:cNvPr>
          <p:cNvSpPr txBox="1"/>
          <p:nvPr/>
        </p:nvSpPr>
        <p:spPr>
          <a:xfrm>
            <a:off x="6436447" y="1413815"/>
            <a:ext cx="4925281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088449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적용된 예시 화면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( RAP</a:t>
            </a:r>
            <a:r>
              <a:rPr kumimoji="0" lang="ko-KR" altLang="en-US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 실행 화면 </a:t>
            </a:r>
            <a:r>
              <a:rPr kumimoji="0" lang="en-US" altLang="ko-KR" sz="1799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 pitchFamily="34" charset="-128"/>
                <a:cs typeface="Paperlogy 3 Light" pitchFamily="34" charset="-128"/>
              </a:rPr>
              <a:t>)</a:t>
            </a:r>
            <a:endParaRPr kumimoji="0" lang="ko-KR" altLang="en-US" sz="1799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" name="Picture 42" descr="178753699744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750437"/>
            <a:ext cx="4898724" cy="2224670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4" name="TextBox 43"/>
          <p:cNvSpPr txBox="1"/>
          <p:nvPr/>
        </p:nvSpPr>
        <p:spPr>
          <a:xfrm>
            <a:off x="503872" y="4280762"/>
            <a:ext cx="4460316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CheckBklasByKtosl — 회계결정코드별 평가클래스 제약 검증 (lhc_T030)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3871" y="4500705"/>
            <a:ext cx="5798490" cy="665384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IF code-Ktosl = 'WRX' AND code-Bklas IS NOT INITIAL.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" WRX(GR/IR)는 평가클래스를 지정할 수 없습니다 "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ENDIF.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871" y="5262015"/>
            <a:ext cx="5798490" cy="373072"/>
          </a:xfrm>
          <a:prstGeom prst="rect">
            <a:avLst/>
          </a:prstGeom>
          <a:solidFill>
            <a:srgbClr val="FDF2F2"/>
          </a:solidFill>
          <a:ln w="15875">
            <a:solidFill>
              <a:srgbClr val="C02A2A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IF ( code-Ktosl = 'BSX' OR code-Ktosl = 'PRD' )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C02A2A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   AND code-Bklas = '3300'.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871" y="5697656"/>
            <a:ext cx="5798490" cy="373072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" 비평가자재(3300)는 재고/가격차이 계정결정 대상이 아닙니다 "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5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ENDIF.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871" y="6053317"/>
            <a:ext cx="5798490" cy="24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Ktosl별로 평가클래스 허용 범위가 다름 — WRX는 불가, BSX/PRD는 3300만 제외</a:t>
            </a:r>
          </a:p>
        </p:txBody>
      </p:sp>
    </p:spTree>
    <p:extLst>
      <p:ext uri="{BB962C8B-B14F-4D97-AF65-F5344CB8AC3E}">
        <p14:creationId xmlns:p14="http://schemas.microsoft.com/office/powerpoint/2010/main" val="1027948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D792-7271-E455-3477-F8F7B488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8D553D15-6BAD-AAC7-1701-68B68F86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1045784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4-3. 회계계정결정관리(T030) 기타 다른 사항_x000B_예) Reuse를 위한 View, Class(Method) 등 FS에 포함이 안된 내용</a:t>
            </a:r>
            <a:br>
              <a:rPr lang="en-US" altLang="ko-KR" dirty="0"/>
            </a:br>
            <a:endParaRPr lang="ko-KR" altLang="en-US" sz="1999" dirty="0"/>
          </a:p>
        </p:txBody>
      </p:sp>
      <p:sp>
        <p:nvSpPr>
          <p:cNvPr id="42" name="TextBox 41"/>
          <p:cNvSpPr txBox="1"/>
          <p:nvPr/>
        </p:nvSpPr>
        <p:spPr>
          <a:xfrm>
            <a:off x="503871" y="1450516"/>
            <a:ext cx="10997136" cy="1277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4 Regular"/>
                <a:ea typeface="Paperlogy 4 Regular"/>
                <a:cs typeface="Paperlogy 4 Regular"/>
              </a:rPr>
              <a:t>•  Metadata Extension Value Help 4개 필드 구성: 이동유형 / 회계결정코드 / 자재평가(평가클래스) / 차변·대변</a:t>
            </a:r>
          </a:p>
        </p:txBody>
      </p:sp>
    </p:spTree>
    <p:extLst>
      <p:ext uri="{BB962C8B-B14F-4D97-AF65-F5344CB8AC3E}">
        <p14:creationId xmlns:p14="http://schemas.microsoft.com/office/powerpoint/2010/main" val="2303892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4F66878C-A74C-7C8A-4486-B6BAAF57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11"/>
          <a:stretch>
            <a:fillRect/>
          </a:stretch>
        </p:blipFill>
        <p:spPr>
          <a:xfrm>
            <a:off x="6436447" y="1490505"/>
            <a:ext cx="5250987" cy="4846038"/>
          </a:xfrm>
          <a:prstGeom prst="rect">
            <a:avLst/>
          </a:prstGeom>
          <a:ln>
            <a:solidFill>
              <a:srgbClr val="00195A"/>
            </a:solidFill>
          </a:ln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4-4. 회계계정결정관리(T030) 피드백 반영 사항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이동유형·평가클래스 존재 여부에 대한 검증 로직 3건 추가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490505"/>
          <a:ext cx="5798489" cy="2729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CheckBklasExists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평가클래스(Bklas)가 실제 존재하지 않는 값이어도 저장이 가능했던 문제 → T025 테이블 조회로 존재 여부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CheckShkzg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차변/대변 구분(Shkzg) 값이 도메인 밖의 임의 문자로 입력 가능했던 문제 → DD07T에서 SHKZG 도메인 고정값 조회로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CheckBwartExists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이동유형(Bwart)이 실제 존재하지 않는 값이어도 저장이 가능했던 문제 → T156 테이블 조회로 존재 여부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4328698"/>
            <a:ext cx="5798490" cy="2024541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Paperlogy 5 Medium"/>
                <a:ea typeface="+mn-ea"/>
                <a:cs typeface="+mn-cs"/>
              </a:rPr>
              <a:t>CheckBklasExists — 표준 테이블 존재 여부 검증 (동일 패턴을 Bwart에도 적용)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SELECT SINGLE bklas FROM t025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WHERE bklas = @code-Bklas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INTO @DATA(lv_bklas).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IF sy-subrc &lt;&gt; 0.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  " 존재하지 않는 평가클래스입니다 "</a:t>
            </a:r>
          </a:p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50" b="0" i="0" u="none" strike="noStrike" kern="1200" cap="none" spc="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Consolas"/>
                <a:ea typeface="+mn-ea"/>
                <a:cs typeface="+mn-cs"/>
              </a:rPr>
              <a:t>ENDIF.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03871" y="5942277"/>
            <a:ext cx="5798490" cy="519865"/>
          </a:xfrm>
          <a:prstGeom prst="rect">
            <a:avLst/>
          </a:prstGeom>
          <a:noFill/>
        </p:spPr>
        <p:txBody>
          <a:bodyPr wrap="square" lIns="89977" tIns="39990" rIns="59984" bIns="39990"/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000" b="0" i="1" u="none" strike="noStrike" kern="120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Paperlogy 4 Regular"/>
                <a:ea typeface="+mn-ea"/>
                <a:cs typeface="+mn-cs"/>
              </a:rPr>
              <a:t>💡 T025(평가클래스)·T156(이동유형)·DD07T(고정값 도메인)는 모두 SAP 표준 테이블 — 하드코딩 대신 실제 마스터 데이터 기준으로 검증</a:t>
            </a:r>
          </a:p>
        </p:txBody>
      </p:sp>
      <p:sp>
        <p:nvSpPr>
          <p:cNvPr id="6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10884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79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AC63-0CDA-3A99-A0D6-A4F66A4E5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C4EBF-833D-88CF-BE1F-D90F5D4F7921}"/>
              </a:ext>
            </a:extLst>
          </p:cNvPr>
          <p:cNvSpPr/>
          <p:nvPr/>
        </p:nvSpPr>
        <p:spPr>
          <a:xfrm>
            <a:off x="1" y="2332006"/>
            <a:ext cx="12192000" cy="2742486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449" latinLnBrk="0"/>
            <a:endParaRPr lang="de-DE" sz="2099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60892-6E35-7AD9-C2F7-C5F301AFD94E}"/>
              </a:ext>
            </a:extLst>
          </p:cNvPr>
          <p:cNvSpPr txBox="1"/>
          <p:nvPr/>
        </p:nvSpPr>
        <p:spPr>
          <a:xfrm>
            <a:off x="503108" y="552298"/>
            <a:ext cx="3863475" cy="323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/>
            <a:r>
              <a:rPr lang="de-DE" sz="15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FS 개선 Technical Specification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89911-CD2B-85A4-E309-B5D0BF37AF59}"/>
              </a:ext>
            </a:extLst>
          </p:cNvPr>
          <p:cNvSpPr txBox="1"/>
          <p:nvPr/>
        </p:nvSpPr>
        <p:spPr>
          <a:xfrm>
            <a:off x="503108" y="3322951"/>
            <a:ext cx="10246975" cy="615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/>
            <a:r>
              <a:rPr lang="de-DE" sz="3399" dirty="0">
                <a:solidFill>
                  <a:srgbClr val="00195A"/>
                </a:solidFill>
                <a:latin typeface="Paperlogy 5 Medium"/>
                <a:ea typeface="Paperlogy 5 Medium"/>
                <a:cs typeface="Paperlogy 5 Medium"/>
              </a:rPr>
              <a:t>FS05 </a:t>
            </a:r>
            <a:r>
              <a:rPr lang="en-US" sz="3399" dirty="0">
                <a:solidFill>
                  <a:srgbClr val="00195A"/>
                </a:solidFill>
                <a:latin typeface="Paperlogy 5 Medium"/>
                <a:ea typeface="Paperlogy 5 Medium"/>
                <a:cs typeface="Paperlogy 5 Medium"/>
              </a:rPr>
              <a:t>_</a:t>
            </a:r>
            <a:r>
              <a:rPr lang="ko-KR" altLang="en-US" sz="3399" dirty="0">
                <a:solidFill>
                  <a:srgbClr val="00195A"/>
                </a:solidFill>
                <a:latin typeface="Paperlogy 5 Medium"/>
                <a:ea typeface="Paperlogy 5 Medium"/>
                <a:cs typeface="Paperlogy 5 Medium"/>
              </a:rPr>
              <a:t>구매정보 레코드 관리</a:t>
            </a:r>
            <a:r>
              <a:rPr lang="en-US" altLang="ko-KR" sz="3399" dirty="0">
                <a:solidFill>
                  <a:srgbClr val="00195A"/>
                </a:solidFill>
                <a:latin typeface="Paperlogy 5 Medium"/>
                <a:ea typeface="Paperlogy 5 Medium"/>
                <a:cs typeface="Paperlogy 5 Medium"/>
              </a:rPr>
              <a:t>_FS_V10</a:t>
            </a:r>
            <a:r>
              <a:rPr lang="de-DE" sz="3399" dirty="0">
                <a:solidFill>
                  <a:srgbClr val="00195A"/>
                </a:solidFill>
                <a:latin typeface="Paperlogy 5 Medium"/>
                <a:ea typeface="Paperlogy 5 Medium"/>
                <a:cs typeface="Paperlogy 5 Medium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5E0DA-15E3-3948-8E84-E22A5845EBAC}"/>
              </a:ext>
            </a:extLst>
          </p:cNvPr>
          <p:cNvSpPr txBox="1"/>
          <p:nvPr/>
        </p:nvSpPr>
        <p:spPr>
          <a:xfrm>
            <a:off x="7050718" y="4666658"/>
            <a:ext cx="5121832" cy="3076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/>
            <a:r>
              <a:rPr lang="de-DE" sz="14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28</a:t>
            </a:r>
            <a:r>
              <a:rPr lang="ko-KR" altLang="en-US" sz="14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번 최민준</a:t>
            </a:r>
            <a:r>
              <a:rPr lang="de-DE" sz="14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  |   1차 중간평가  FEEDBACK</a:t>
            </a:r>
            <a:r>
              <a:rPr lang="ko-KR" altLang="en-US" sz="14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반영</a:t>
            </a:r>
            <a:r>
              <a:rPr lang="de-DE" sz="1400" dirty="0">
                <a:solidFill>
                  <a:srgbClr val="00195A"/>
                </a:solidFill>
                <a:latin typeface="Paperlogy 4 Regular"/>
                <a:ea typeface="Paperlogy 4 Regular"/>
                <a:cs typeface="Paperlogy 4 Regular"/>
              </a:rPr>
              <a:t>  |   2026-08-31</a:t>
            </a:r>
          </a:p>
        </p:txBody>
      </p:sp>
    </p:spTree>
    <p:extLst>
      <p:ext uri="{BB962C8B-B14F-4D97-AF65-F5344CB8AC3E}">
        <p14:creationId xmlns:p14="http://schemas.microsoft.com/office/powerpoint/2010/main" val="17998620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EF33595-4E3A-4397-AC05-4F11A5FE0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738472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5-1. 구매정보레코드관리(EINA/EINE) 구현 진행 상황</a:t>
            </a:r>
            <a:endParaRPr lang="ko-KR" altLang="en-US" sz="1999" dirty="0"/>
          </a:p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 1) ListPage 화면 – 완성도 100%</a:t>
            </a:r>
            <a:endParaRPr lang="ko-KR" altLang="en-US" sz="1999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2FE5F9-D1DF-54AB-EC8D-BC8C68A7373A}"/>
              </a:ext>
            </a:extLst>
          </p:cNvPr>
          <p:cNvSpPr txBox="1"/>
          <p:nvPr/>
        </p:nvSpPr>
        <p:spPr>
          <a:xfrm>
            <a:off x="708942" y="1451129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 latinLnBrk="0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CA08EA4-78A5-C7F2-2990-71D3036737AA}"/>
              </a:ext>
            </a:extLst>
          </p:cNvPr>
          <p:cNvSpPr txBox="1">
            <a:spLocks/>
          </p:cNvSpPr>
          <p:nvPr/>
        </p:nvSpPr>
        <p:spPr bwMode="black">
          <a:xfrm>
            <a:off x="6226513" y="873997"/>
            <a:ext cx="5460921" cy="215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1"/>
                </a:solidFill>
                <a:latin typeface="Malgun Gothic" panose="020B0503020000020004" pitchFamily="34" charset="-127"/>
                <a:ea typeface="+mj-ea"/>
                <a:cs typeface="+mj-cs"/>
              </a:defRPr>
            </a:lvl1pPr>
          </a:lstStyle>
          <a:p>
            <a:pPr defTabSz="1088231"/>
            <a:r>
              <a:rPr lang="en-US" altLang="ko-KR" sz="1400" b="0" dirty="0">
                <a:solidFill>
                  <a:srgbClr val="000000"/>
                </a:solidFill>
                <a:latin typeface="Paperlogy 5 Medium"/>
                <a:ea typeface="Paperlogy 5 Medium"/>
                <a:cs typeface="Paperlogy 5 Medium"/>
              </a:rPr>
              <a:t>2) Object Page 화면 – 약 95% (보완중)</a:t>
            </a:r>
            <a:endParaRPr lang="ko-KR" altLang="en-US" sz="1999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CF1D3-C316-F781-E537-DDB0F1D573FC}"/>
              </a:ext>
            </a:extLst>
          </p:cNvPr>
          <p:cNvSpPr txBox="1"/>
          <p:nvPr/>
        </p:nvSpPr>
        <p:spPr>
          <a:xfrm>
            <a:off x="6336945" y="1451128"/>
            <a:ext cx="2854425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 latinLnBrk="0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실행화면 캡쳐</a:t>
            </a:r>
          </a:p>
        </p:txBody>
      </p:sp>
      <p:pic>
        <p:nvPicPr>
          <p:cNvPr id="43" name="Picture 42" descr="1787537065946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513" y="1830416"/>
            <a:ext cx="5298620" cy="2404092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4" name="Picture 43" descr="178753790426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1" y="1830417"/>
            <a:ext cx="5198646" cy="2330186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503871" y="4499722"/>
            <a:ext cx="756741" cy="2769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088449" latinLnBrk="0"/>
            <a:r>
              <a:rPr lang="de-DE" sz="1200">
                <a:solidFill>
                  <a:srgbClr val="1F3A5F"/>
                </a:solidFill>
                <a:latin typeface="Paperlogy 5 Medium"/>
                <a:ea typeface="Paperlogy 5 Medium"/>
                <a:cs typeface="Paperlogy 5 Medium"/>
              </a:rPr>
              <a:t>구성 요약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03871" y="4759654"/>
          <a:ext cx="11183563" cy="959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83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Table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ZTB28EINA · ZTB28EINE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CDS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ZR_B28_EINA · ZI_B28_EINE · ZC_B28_EINA · ZC_B28_EINE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1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FFFFF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RAP</a:t>
                      </a:r>
                    </a:p>
                  </a:txBody>
                  <a:tcPr marL="91416" marR="91416" marT="45708" marB="4570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02020"/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Managed, with draft · OData V4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647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98E0-EBD2-EF8A-FF9B-BEC9AEE3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8E2519C-B155-7BAF-BDAB-3432921A1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5-2. 구매정보레코드관리(EINA) Table Field 추가</a:t>
            </a:r>
            <a:endParaRPr lang="ko-KR" altLang="en-US" sz="1999" dirty="0"/>
          </a:p>
          <a:p>
            <a:r>
              <a:rPr lang="en-US" altLang="ko-KR" sz="1500" b="0" dirty="0">
                <a:latin typeface="Paperlogy 4 Regular"/>
                <a:ea typeface="Paperlogy 5 Medium"/>
                <a:cs typeface="Paperlogy 5 Medium"/>
              </a:rPr>
              <a:t>1) ESOKZ(정보구분)·INFTXT(구매정보내역) 필드를 FS 지침에 따라 자체 판단으로 추가</a:t>
            </a:r>
            <a:endParaRPr lang="ko-KR" altLang="en-US" sz="1999" dirty="0"/>
          </a:p>
        </p:txBody>
      </p:sp>
      <p:graphicFrame>
        <p:nvGraphicFramePr>
          <p:cNvPr id="42" name="표 11">
            <a:extLst>
              <a:ext uri="{FF2B5EF4-FFF2-40B4-BE49-F238E27FC236}">
                <a16:creationId xmlns:a16="http://schemas.microsoft.com/office/drawing/2014/main" id="{88D75224-0F07-A972-7FD8-17191177F059}"/>
              </a:ext>
            </a:extLst>
          </p:cNvPr>
          <p:cNvGraphicFramePr>
            <a:graphicFrameLocks noGrp="1"/>
          </p:cNvGraphicFramePr>
          <p:nvPr/>
        </p:nvGraphicFramePr>
        <p:xfrm>
          <a:off x="503871" y="1413815"/>
          <a:ext cx="5798489" cy="1513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3654159576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1632559112"/>
                    </a:ext>
                  </a:extLst>
                </a:gridCol>
              </a:tblGrid>
              <a:tr h="3047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Field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변경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 /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추가 이유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1763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ESOKZ (정보구분)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표준(0)/외주임가공(3) 구분을 위해 FS 지침("1~2개 추가 필드")에 따라 신규 추가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04393"/>
                  </a:ext>
                </a:extLst>
              </a:tr>
              <a:tr h="604173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INFTXT (구매정보내역)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구매정보 레코드에 대한 자유 텍스트 메모 필드로 신규 추가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777842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D265DF-24C2-EC50-540B-7D581FE6C4E4}"/>
              </a:ext>
            </a:extLst>
          </p:cNvPr>
          <p:cNvSpPr txBox="1"/>
          <p:nvPr/>
        </p:nvSpPr>
        <p:spPr>
          <a:xfrm>
            <a:off x="6436447" y="1413815"/>
            <a:ext cx="4925281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 latinLnBrk="0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적용된 예시 화면</a:t>
            </a: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( RAP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 실행 화면 </a:t>
            </a: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)</a:t>
            </a:r>
            <a:endParaRPr lang="ko-KR" altLang="en-US" sz="1799" kern="0" dirty="0" err="1">
              <a:solidFill>
                <a:srgbClr val="000000"/>
              </a:solidFill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" name="Picture 42" descr="1787537879335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750437"/>
            <a:ext cx="4898724" cy="2222651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4" name="Picture 43" descr="178753789405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46" y="4019846"/>
            <a:ext cx="4898724" cy="2221643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503872" y="3000112"/>
            <a:ext cx="2205479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088449" latinLnBrk="0">
              <a:defRPr/>
            </a:pPr>
            <a:r>
              <a:rPr lang="de-DE" sz="1050">
                <a:solidFill>
                  <a:srgbClr val="1F3A5F"/>
                </a:solidFill>
                <a:latin typeface="Paperlogy 5 Medium"/>
              </a:rPr>
              <a:t>DB Table DDL 소스 (ztb28eina)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3871" y="3220055"/>
            <a:ext cx="5798490" cy="1396162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@AbapCatalog.enhancement.category : #EXTENSIBLE_ANY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@AbapCatalog.dataMaintenance : #RESTRICTED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define table ztb28eina {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key client   : abap.clnt not null;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key inf_uuid : sysuuid_x16 not null;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infnr        : zeb28infnr;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lifnr        : zeb28lifnr;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matnr        : zeb28matnr;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meins        : meins;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871" y="4795538"/>
            <a:ext cx="5798490" cy="373072"/>
          </a:xfrm>
          <a:prstGeom prst="rect">
            <a:avLst/>
          </a:prstGeom>
          <a:solidFill>
            <a:srgbClr val="FDF2F2"/>
          </a:solidFill>
          <a:ln w="15875">
            <a:solidFill>
              <a:srgbClr val="C02A2A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defTabSz="1088449" latinLnBrk="0">
              <a:defRPr/>
            </a:pPr>
            <a:r>
              <a:rPr lang="de-DE" sz="950">
                <a:solidFill>
                  <a:srgbClr val="C02A2A"/>
                </a:solidFill>
                <a:latin typeface="Consolas"/>
              </a:rPr>
              <a:t>  esokz        : zeb28esokz;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C02A2A"/>
                </a:solidFill>
                <a:latin typeface="Consolas"/>
              </a:rPr>
              <a:t>  inftxt       : zeb28inftxt;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871" y="5231178"/>
            <a:ext cx="5798490" cy="519228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loekz        : iloea;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  include zsb28timestamp;</a:t>
            </a:r>
          </a:p>
          <a:p>
            <a:pPr defTabSz="1088449" latinLnBrk="0">
              <a:defRPr/>
            </a:pPr>
            <a:r>
              <a:rPr lang="de-DE" sz="95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71" y="5849648"/>
            <a:ext cx="5798490" cy="24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>
              <a:defRPr/>
            </a:pPr>
            <a:r>
              <a:rPr lang="de-DE" sz="1000" i="1">
                <a:solidFill>
                  <a:srgbClr val="707070"/>
                </a:solidFill>
                <a:latin typeface="Paperlogy 4 Regular"/>
              </a:rPr>
              <a:t>💡 ESOKZ·INFTXT 모두 전용 데이터 엘리먼트(ZEB28ESOKZ/ZEB28INFTXT)를 신규 정의해 사용</a:t>
            </a:r>
          </a:p>
        </p:txBody>
      </p:sp>
    </p:spTree>
    <p:extLst>
      <p:ext uri="{BB962C8B-B14F-4D97-AF65-F5344CB8AC3E}">
        <p14:creationId xmlns:p14="http://schemas.microsoft.com/office/powerpoint/2010/main" val="1462418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FB47D-0DD4-C342-81F1-F9872681B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34BBBD81-564B-7F0D-43D6-69B83ACA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5-3. 구매정보레코드관리(EINA/EINE) RAP 기능 추가</a:t>
            </a:r>
            <a:endParaRPr lang="ko-KR" altLang="en-US" sz="1999" dirty="0"/>
          </a:p>
          <a:p>
            <a:r>
              <a:rPr lang="en-US" altLang="ko-KR" sz="1500" b="0" dirty="0">
                <a:latin typeface="Paperlogy 4 Regular"/>
                <a:ea typeface="Paperlogy 5 Medium"/>
                <a:cs typeface="Paperlogy 5 Medium"/>
              </a:rPr>
              <a:t>1) Item 기본값 자동화 및 공급업체-자재 조합 중복 등록 방지</a:t>
            </a:r>
            <a:endParaRPr lang="ko-KR" altLang="en-US" sz="1999" dirty="0"/>
          </a:p>
        </p:txBody>
      </p:sp>
      <p:graphicFrame>
        <p:nvGraphicFramePr>
          <p:cNvPr id="42" name="표 11">
            <a:extLst>
              <a:ext uri="{FF2B5EF4-FFF2-40B4-BE49-F238E27FC236}">
                <a16:creationId xmlns:a16="http://schemas.microsoft.com/office/drawing/2014/main" id="{DD6C9423-F528-FC60-1165-C79BD2E9CCCF}"/>
              </a:ext>
            </a:extLst>
          </p:cNvPr>
          <p:cNvGraphicFramePr>
            <a:graphicFrameLocks noGrp="1"/>
          </p:cNvGraphicFramePr>
          <p:nvPr/>
        </p:nvGraphicFramePr>
        <p:xfrm>
          <a:off x="503871" y="1413815"/>
          <a:ext cx="5798490" cy="2482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57">
                  <a:extLst>
                    <a:ext uri="{9D8B030D-6E8A-4147-A177-3AD203B41FA5}">
                      <a16:colId xmlns:a16="http://schemas.microsoft.com/office/drawing/2014/main" val="3654159576"/>
                    </a:ext>
                  </a:extLst>
                </a:gridCol>
                <a:gridCol w="4098933">
                  <a:extLst>
                    <a:ext uri="{9D8B030D-6E8A-4147-A177-3AD203B41FA5}">
                      <a16:colId xmlns:a16="http://schemas.microsoft.com/office/drawing/2014/main" val="1632559112"/>
                    </a:ext>
                  </a:extLst>
                </a:gridCol>
              </a:tblGrid>
              <a:tr h="3047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Method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변경</a:t>
                      </a:r>
                      <a:r>
                        <a:rPr lang="en-US" altLang="ko-KR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 / </a:t>
                      </a:r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 panose="020B0503020000020004" pitchFamily="50" charset="-127"/>
                          <a:ea typeface="Paperlogy 5 Medium" panose="020B0503020000020004" pitchFamily="50" charset="-127"/>
                          <a:cs typeface="Paperlogy 5 Medium"/>
                        </a:rPr>
                        <a:t>추가 이유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631763"/>
                  </a:ext>
                </a:extLst>
              </a:tr>
              <a:tr h="518724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SetInfnr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연도 기반 자동채번 — 연도(4자리)+순번(6자리) 조합으로 INFNR 자동 생성 (NUMBER_GET_NEXT, ZNR_B28IF)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0904393"/>
                  </a:ext>
                </a:extLst>
              </a:tr>
              <a:tr h="54011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ValidateMandatoryEina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공급업체(Lifnr) 필수값+LFA1 존재 확인 + 자재(Matnr) 필수값+MARA 존재 확인 + 구매단위(Meins) 필수값 체크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528548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CheckDuplicateEina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공급업체+자재 조합 중복 등록 방지 (본인 UUID 제외)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6924067"/>
                  </a:ext>
                </a:extLst>
              </a:tr>
              <a:tr h="518724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SetItemDefaults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Item(EINE) 생성 시 통화(Waers) KRW, 유효종료일(Prdat) 99991231 기본값 자동 설정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10959"/>
                  </a:ext>
                </a:extLst>
              </a:tr>
              <a:tr h="30015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get_instance_features</a:t>
                      </a:r>
                      <a:endParaRPr lang="ko-KR" altLang="en-US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 panose="020B0503020000020004" pitchFamily="50" charset="-127"/>
                          <a:ea typeface="Paperlogy 4 Regular" panose="020B0503020000020004" pitchFamily="50" charset="-127"/>
                          <a:cs typeface="Paperlogy 4 Regular"/>
                        </a:rPr>
                        <a:t>통화(Waers) 필드는 항상 read-only 처리</a:t>
                      </a:r>
                      <a:endParaRPr lang="en-US" altLang="ko-KR" sz="1200" b="1" dirty="0"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01440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A87A327-B963-29B8-7FE2-1F7E33AAFCA2}"/>
              </a:ext>
            </a:extLst>
          </p:cNvPr>
          <p:cNvSpPr txBox="1"/>
          <p:nvPr/>
        </p:nvSpPr>
        <p:spPr>
          <a:xfrm>
            <a:off x="6436447" y="1413815"/>
            <a:ext cx="4925281" cy="2769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088449" fontAlgn="base" latinLnBrk="0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* 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적용된 예시 화면</a:t>
            </a: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( RAP</a:t>
            </a:r>
            <a:r>
              <a:rPr lang="ko-KR" altLang="en-US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 실행 화면 </a:t>
            </a:r>
            <a:r>
              <a:rPr lang="en-US" altLang="ko-KR" sz="1799" kern="0" dirty="0">
                <a:solidFill>
                  <a:srgbClr val="000000"/>
                </a:solidFill>
                <a:latin typeface="Paperlogy 3 Light"/>
                <a:ea typeface="Paperlogy 3 Light" pitchFamily="34" charset="-128"/>
                <a:cs typeface="Paperlogy 3 Light" pitchFamily="34" charset="-128"/>
              </a:rPr>
              <a:t>)</a:t>
            </a:r>
            <a:endParaRPr lang="ko-KR" altLang="en-US" sz="1799" kern="0" dirty="0" err="1">
              <a:solidFill>
                <a:srgbClr val="000000"/>
              </a:solidFill>
              <a:latin typeface="Arial"/>
              <a:ea typeface="Arial Unicode MS" pitchFamily="34" charset="-128"/>
              <a:cs typeface="Arial Unicode MS" pitchFamily="34" charset="-128"/>
            </a:endParaRP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6" y="1750437"/>
            <a:ext cx="2599323" cy="1168760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4" name="Picture 43" descr="1787538346081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743" y="1750437"/>
            <a:ext cx="2599323" cy="1176697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446" y="3561966"/>
            <a:ext cx="2599323" cy="1179366"/>
          </a:xfrm>
          <a:prstGeom prst="rect">
            <a:avLst/>
          </a:prstGeom>
          <a:ln w="9525">
            <a:solidFill>
              <a:srgbClr val="C0C5CC"/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503871" y="4299773"/>
            <a:ext cx="3383379" cy="2538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1088449" latinLnBrk="0"/>
            <a:r>
              <a:rPr lang="de-DE" sz="1050">
                <a:solidFill>
                  <a:srgbClr val="1F3A5F"/>
                </a:solidFill>
                <a:latin typeface="Paperlogy 5 Medium"/>
              </a:rPr>
              <a:t>SetInfnr — 연도 기반 구매정보번호 자동채번 (lhc_Eina)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3871" y="4519716"/>
            <a:ext cx="5798490" cy="811540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defTabSz="1088449" latinLnBrk="0"/>
            <a:r>
              <a:rPr lang="de-DE" sz="950">
                <a:solidFill>
                  <a:srgbClr val="333333"/>
                </a:solidFill>
                <a:latin typeface="Consolas"/>
              </a:rPr>
              <a:t>lv_year = sy-datum(4).</a:t>
            </a:r>
          </a:p>
          <a:p>
            <a:pPr defTabSz="1088449" latinLnBrk="0"/>
            <a:r>
              <a:rPr lang="de-DE" sz="950">
                <a:solidFill>
                  <a:srgbClr val="333333"/>
                </a:solidFill>
                <a:latin typeface="Consolas"/>
              </a:rPr>
              <a:t>CALL FUNCTION 'NUMBER_GET_NEXT'</a:t>
            </a:r>
          </a:p>
          <a:p>
            <a:pPr defTabSz="1088449" latinLnBrk="0"/>
            <a:r>
              <a:rPr lang="de-DE" sz="950">
                <a:solidFill>
                  <a:srgbClr val="333333"/>
                </a:solidFill>
                <a:latin typeface="Consolas"/>
              </a:rPr>
              <a:t>  EXPORTING nr_range_nr = '01'</a:t>
            </a:r>
          </a:p>
          <a:p>
            <a:pPr defTabSz="1088449" latinLnBrk="0"/>
            <a:r>
              <a:rPr lang="de-DE" sz="950">
                <a:solidFill>
                  <a:srgbClr val="333333"/>
                </a:solidFill>
                <a:latin typeface="Consolas"/>
              </a:rPr>
              <a:t>    object = 'ZNR_B28IF'  toyear = lv_year</a:t>
            </a:r>
          </a:p>
          <a:p>
            <a:pPr defTabSz="1088449" latinLnBrk="0"/>
            <a:r>
              <a:rPr lang="de-DE" sz="950">
                <a:solidFill>
                  <a:srgbClr val="333333"/>
                </a:solidFill>
                <a:latin typeface="Consolas"/>
              </a:rPr>
              <a:t>  IMPORTING number = lv_number.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3871" y="5443861"/>
            <a:ext cx="5798490" cy="226916"/>
          </a:xfrm>
          <a:prstGeom prst="rect">
            <a:avLst/>
          </a:prstGeom>
          <a:solidFill>
            <a:srgbClr val="FDF2F2"/>
          </a:solidFill>
          <a:ln w="15875">
            <a:solidFill>
              <a:srgbClr val="C02A2A"/>
            </a:solidFill>
          </a:ln>
        </p:spPr>
        <p:txBody>
          <a:bodyPr wrap="square" lIns="89977" tIns="39990" rIns="59984" bIns="39990">
            <a:spAutoFit/>
          </a:bodyPr>
          <a:lstStyle/>
          <a:p>
            <a:pPr defTabSz="1088449" latinLnBrk="0"/>
            <a:r>
              <a:rPr lang="de-DE" sz="950">
                <a:solidFill>
                  <a:srgbClr val="C02A2A"/>
                </a:solidFill>
                <a:latin typeface="Consolas"/>
              </a:rPr>
              <a:t>Infnr = |{ lv_year }{ lv_number+4(6) }|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3871" y="5736661"/>
            <a:ext cx="5798490" cy="246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/>
            <a:r>
              <a:rPr lang="de-DE" sz="1000" i="1">
                <a:solidFill>
                  <a:srgbClr val="707070"/>
                </a:solidFill>
                <a:latin typeface="Paperlogy 4 Regular"/>
              </a:rPr>
              <a:t>💡 toyear 파라미터로 연도별 채번 구간을 분리 → 연도(4)+순번(6) 조합의 10자리 INFNR 생성</a:t>
            </a:r>
          </a:p>
        </p:txBody>
      </p:sp>
    </p:spTree>
    <p:extLst>
      <p:ext uri="{BB962C8B-B14F-4D97-AF65-F5344CB8AC3E}">
        <p14:creationId xmlns:p14="http://schemas.microsoft.com/office/powerpoint/2010/main" val="4266660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AD792-7271-E455-3477-F8F7B488C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1">
            <a:extLst>
              <a:ext uri="{FF2B5EF4-FFF2-40B4-BE49-F238E27FC236}">
                <a16:creationId xmlns:a16="http://schemas.microsoft.com/office/drawing/2014/main" id="{8D553D15-6BAD-AAC7-1701-68B68F86E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1046168"/>
          </a:xfrm>
        </p:spPr>
        <p:txBody>
          <a:bodyPr/>
          <a:lstStyle/>
          <a:p>
            <a:r>
              <a:rPr lang="en-US" altLang="ko-KR" b="0" dirty="0">
                <a:latin typeface="Paperlogy 5 Medium"/>
                <a:ea typeface="Paperlogy 5 Medium"/>
                <a:cs typeface="Paperlogy 5 Medium"/>
              </a:rPr>
              <a:t>5-4. 구매정보레코드관리(EINA/EINE) 기타 다른 사항_x000B_예) Reuse를 위한 View, Class(Method) 등 FS에 포함이 안된 내용</a:t>
            </a:r>
            <a:br>
              <a:rPr lang="en-US" altLang="ko-KR" dirty="0"/>
            </a:br>
            <a:endParaRPr lang="ko-KR" altLang="en-US" sz="1999" dirty="0"/>
          </a:p>
        </p:txBody>
      </p:sp>
      <p:sp>
        <p:nvSpPr>
          <p:cNvPr id="42" name="TextBox 41"/>
          <p:cNvSpPr txBox="1"/>
          <p:nvPr/>
        </p:nvSpPr>
        <p:spPr>
          <a:xfrm>
            <a:off x="503871" y="1450515"/>
            <a:ext cx="10997136" cy="3862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088449" latinLnBrk="0">
              <a:lnSpc>
                <a:spcPct val="200000"/>
              </a:lnSpc>
            </a:pPr>
            <a:r>
              <a:rPr lang="de-DE" sz="2099" dirty="0">
                <a:solidFill>
                  <a:srgbClr val="000000"/>
                </a:solidFill>
                <a:latin typeface="Paperlogy 4 Regular"/>
                <a:ea typeface="Paperlogy 4 Regular"/>
                <a:cs typeface="Paperlogy 4 Regular"/>
              </a:rPr>
              <a:t>•  연도 기반 채번(ZNR_B28IF) 구현 — SNRO 체크테이블(ZTB28NRJAHRCK)/도메인(ZDB28NRJAHR) 신규 생성 필요했음</a:t>
            </a:r>
          </a:p>
          <a:p>
            <a:pPr defTabSz="1088449" latinLnBrk="0">
              <a:lnSpc>
                <a:spcPct val="200000"/>
              </a:lnSpc>
            </a:pPr>
            <a:r>
              <a:rPr lang="de-DE" sz="2099" dirty="0">
                <a:solidFill>
                  <a:srgbClr val="000000"/>
                </a:solidFill>
                <a:latin typeface="Paperlogy 4 Regular"/>
                <a:ea typeface="Paperlogy 4 Regular"/>
                <a:cs typeface="Paperlogy 4 Regular"/>
              </a:rPr>
              <a:t>•  [보완 진행중] Meins(단위) Draft 상태 공백 이슈 — Active 테이블에서만 조회되는 Association 한계 확인, SetItemDefaults EML determination으로 근본 수정 예정</a:t>
            </a:r>
          </a:p>
          <a:p>
            <a:pPr defTabSz="1088449" latinLnBrk="0">
              <a:lnSpc>
                <a:spcPct val="200000"/>
              </a:lnSpc>
            </a:pPr>
            <a:r>
              <a:rPr lang="de-DE" sz="2099" dirty="0">
                <a:solidFill>
                  <a:srgbClr val="000000"/>
                </a:solidFill>
                <a:latin typeface="Paperlogy 4 Regular"/>
                <a:ea typeface="Paperlogy 4 Regular"/>
                <a:cs typeface="Paperlogy 4 Regular"/>
              </a:rPr>
              <a:t>•  [보완 진행중] BklasName(평가클래스명) CASE WHEN 계산 필드 구현 예정 (원자재1/비평가자재/반제품/완제품 한글 라벨)</a:t>
            </a:r>
          </a:p>
        </p:txBody>
      </p:sp>
    </p:spTree>
    <p:extLst>
      <p:ext uri="{BB962C8B-B14F-4D97-AF65-F5344CB8AC3E}">
        <p14:creationId xmlns:p14="http://schemas.microsoft.com/office/powerpoint/2010/main" val="3807861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5-5. 구매정보레코드관리(EINA/EINE) 피드백 반영 ① — 메시지 처리 구조 개선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메시지 중복 누적 문제의 근본 원인 해결 및 Item 필수값 검증 추가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150593"/>
          <a:ext cx="5798489" cy="2349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68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ZB28_EINA (메시지 클래스 신설)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Prepare 주기가 반복될 때마다 동일 오류 메시지가 중복 누적됨 → 근본 원인은 %state_area='VALIDATE'가 RAP 메시지 교체를 막고 있었기 때문 → 전용 메시지 클래스(8개 메시지) 신설로 메시지 교체가 정상 동작하도록 수정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ValidateItemEine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Item(EINE) 레벨에 대한 필수값 검증이 없어 빈 값으로도 저장 가능했음 → lhc_Eine에 검증 메소드 추가 + BDEF에 검증 등록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3569963"/>
            <a:ext cx="5798490" cy="1127706"/>
          </a:xfrm>
          <a:prstGeom prst="rect">
            <a:avLst/>
          </a:prstGeom>
          <a:solidFill>
            <a:srgbClr val="FDF2F2"/>
          </a:solidFill>
          <a:ln w="9525">
            <a:solidFill>
              <a:srgbClr val="C02A2A"/>
            </a:solidFill>
          </a:ln>
        </p:spPr>
        <p:txBody>
          <a:bodyPr wrap="square" lIns="89977" tIns="49987" rIns="59984" bIns="49987"/>
          <a:lstStyle/>
          <a:p>
            <a:pPr defTabSz="1088449" latinLnBrk="0"/>
            <a:r>
              <a:rPr lang="de-DE" sz="1050" b="1" dirty="0">
                <a:solidFill>
                  <a:srgbClr val="1F3A5F"/>
                </a:solidFill>
                <a:latin typeface="Paperlogy 5 Medium"/>
              </a:rPr>
              <a:t>근본 원인 — %state_area='VALIDATE'가 메시지 교체를 차단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" 문제가 있던 기존 코드 "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APPEND VALUE #( %tky        = item-%tky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                %msg        = NEW zcx_...( ... )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                %state_area = 'VALIDATE' )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  TO reported-eine.</a:t>
            </a:r>
          </a:p>
          <a:p>
            <a:pPr defTabSz="1088449" latinLnBrk="0"/>
            <a:r>
              <a:rPr lang="de-DE" sz="950" dirty="0">
                <a:solidFill>
                  <a:srgbClr val="C02A2A"/>
                </a:solidFill>
                <a:latin typeface="Consolas"/>
              </a:rPr>
              <a:t>" Prepare가 반복될 때마다 같은 메시지가 계속 쌓임 "</a:t>
            </a:r>
          </a:p>
        </p:txBody>
      </p:sp>
      <p:sp>
        <p:nvSpPr>
          <p:cNvPr id="5" name="CodeBox"/>
          <p:cNvSpPr txBox="1"/>
          <p:nvPr/>
        </p:nvSpPr>
        <p:spPr>
          <a:xfrm>
            <a:off x="503871" y="4742658"/>
            <a:ext cx="5798490" cy="1593885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defTabSz="1088449" latinLnBrk="0"/>
            <a:r>
              <a:rPr lang="de-DE" sz="1600" b="1" dirty="0">
                <a:solidFill>
                  <a:srgbClr val="1F3A5F"/>
                </a:solidFill>
                <a:latin typeface="Paperlogy 5 Medium"/>
              </a:rPr>
              <a:t>수정 — ZB28_EINA 메시지 클래스로 교체</a:t>
            </a:r>
          </a:p>
          <a:p>
            <a:pPr defTabSz="1088449" latinLnBrk="0"/>
            <a:r>
              <a:rPr lang="de-DE" sz="1200" dirty="0">
                <a:solidFill>
                  <a:srgbClr val="333333"/>
                </a:solidFill>
                <a:latin typeface="Consolas"/>
              </a:rPr>
              <a:t>APPEND VALUE #( %tky = item-%tky</a:t>
            </a:r>
          </a:p>
          <a:p>
            <a:pPr defTabSz="1088449" latinLnBrk="0"/>
            <a:r>
              <a:rPr lang="de-DE" sz="1200" dirty="0">
                <a:solidFill>
                  <a:srgbClr val="333333"/>
                </a:solidFill>
                <a:latin typeface="Consolas"/>
              </a:rPr>
              <a:t>                %msg = NEW zcx_eina_msg(</a:t>
            </a:r>
          </a:p>
          <a:p>
            <a:pPr defTabSz="1088449" latinLnBrk="0"/>
            <a:r>
              <a:rPr lang="de-DE" sz="1200" dirty="0">
                <a:solidFill>
                  <a:srgbClr val="333333"/>
                </a:solidFill>
                <a:latin typeface="Consolas"/>
              </a:rPr>
              <a:t>                         textid = zcx_eina_msg=&gt;item_required ) )</a:t>
            </a:r>
          </a:p>
          <a:p>
            <a:pPr defTabSz="1088449" latinLnBrk="0"/>
            <a:r>
              <a:rPr lang="de-DE" sz="1200" dirty="0">
                <a:solidFill>
                  <a:srgbClr val="333333"/>
                </a:solidFill>
                <a:latin typeface="Consolas"/>
              </a:rPr>
              <a:t>  TO reported-eine.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503871" y="5994332"/>
            <a:ext cx="5798490" cy="448167"/>
          </a:xfrm>
          <a:prstGeom prst="rect">
            <a:avLst/>
          </a:prstGeom>
          <a:noFill/>
        </p:spPr>
        <p:txBody>
          <a:bodyPr wrap="square" lIns="89977" tIns="39990" rIns="59984" bIns="39990"/>
          <a:lstStyle/>
          <a:p>
            <a:pPr defTabSz="1088449" latinLnBrk="0"/>
            <a:r>
              <a:rPr lang="de-DE" sz="1000" i="1" dirty="0">
                <a:solidFill>
                  <a:srgbClr val="707070"/>
                </a:solidFill>
                <a:latin typeface="Paperlogy 4 Regular"/>
              </a:rPr>
              <a:t>💡 %state_area='VALIDATE'는 검증(Validation) 메소드에서만 쓰고, 실시간 동기화용 Determination에는 넣지 않아야 메시지가 Prepare마다 정상적으로 교체됨</a:t>
            </a:r>
          </a:p>
        </p:txBody>
      </p:sp>
      <p:sp>
        <p:nvSpPr>
          <p:cNvPr id="7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088449" latinLnBrk="0"/>
            <a:r>
              <a:rPr lang="de-DE" sz="1799" dirty="0">
                <a:solidFill>
                  <a:srgbClr val="000000"/>
                </a:solidFill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FA284F3-C537-BE20-C659-33ACCFE7AC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917" b="38100"/>
          <a:stretch>
            <a:fillRect/>
          </a:stretch>
        </p:blipFill>
        <p:spPr>
          <a:xfrm>
            <a:off x="6567556" y="1569608"/>
            <a:ext cx="5119752" cy="2000355"/>
          </a:xfrm>
          <a:prstGeom prst="rect">
            <a:avLst/>
          </a:prstGeom>
          <a:ln>
            <a:solidFill>
              <a:srgbClr val="00195A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D3735D1-BE8C-00DD-1E15-DE47226448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82"/>
          <a:stretch>
            <a:fillRect/>
          </a:stretch>
        </p:blipFill>
        <p:spPr>
          <a:xfrm>
            <a:off x="6567556" y="3798943"/>
            <a:ext cx="5119752" cy="2195389"/>
          </a:xfrm>
          <a:prstGeom prst="rect">
            <a:avLst/>
          </a:prstGeom>
          <a:ln>
            <a:solidFill>
              <a:srgbClr val="00195A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FBCDEB74-C782-4C20-0CFE-2201CAE3D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47" y="3999852"/>
            <a:ext cx="5250861" cy="2349388"/>
          </a:xfrm>
          <a:prstGeom prst="rect">
            <a:avLst/>
          </a:prstGeom>
          <a:ln>
            <a:solidFill>
              <a:srgbClr val="00195A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94F1736-5252-2B14-FA16-7591F65D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35"/>
          <a:stretch>
            <a:fillRect/>
          </a:stretch>
        </p:blipFill>
        <p:spPr>
          <a:xfrm>
            <a:off x="6436446" y="1490505"/>
            <a:ext cx="5250861" cy="234938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03870" y="504761"/>
            <a:ext cx="11183564" cy="600008"/>
          </a:xfrm>
        </p:spPr>
        <p:txBody>
          <a:bodyPr/>
          <a:lstStyle/>
          <a:p>
            <a:r>
              <a:rPr lang="ko-KR" altLang="en-US" b="0" dirty="0">
                <a:solidFill>
                  <a:srgbClr val="C00000"/>
                </a:solidFill>
                <a:latin typeface="Paperlogy 5 Medium"/>
                <a:ea typeface="Paperlogy 5 Medium"/>
                <a:cs typeface="Paperlogy 5 Medium"/>
              </a:rPr>
              <a:t>5-6. 구매정보레코드관리(EINA/EINE) 피드백 반영 ② — Draft·필드 표시 보정</a:t>
            </a:r>
            <a:endParaRPr lang="ko-KR" altLang="en-US" sz="1999" dirty="0">
              <a:solidFill>
                <a:srgbClr val="C00000"/>
              </a:solidFill>
            </a:endParaRPr>
          </a:p>
          <a:p>
            <a:r>
              <a:rPr lang="ko-KR" altLang="en-US" sz="1500" b="0" dirty="0">
                <a:solidFill>
                  <a:srgbClr val="C00000"/>
                </a:solidFill>
                <a:latin typeface="Paperlogy 4 Regular"/>
                <a:ea typeface="Paperlogy 4 Regular"/>
                <a:cs typeface="Paperlogy 4 Regular"/>
              </a:rPr>
              <a:t>Draft List 인디케이터 및 읽기전용 필드 표시 오류 수정</a:t>
            </a:r>
            <a:endParaRPr lang="ko-KR" altLang="en-US" sz="1999" dirty="0">
              <a:solidFill>
                <a:srgbClr val="C00000"/>
              </a:solidFill>
            </a:endParaRP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503871" y="1150593"/>
          <a:ext cx="5798489" cy="2899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96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9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항목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bg1"/>
                          </a:solidFill>
                          <a:latin typeface="Paperlogy 5 Medium"/>
                          <a:ea typeface="Paperlogy 5 Medium"/>
                          <a:cs typeface="Paperlogy 5 Medium"/>
                        </a:rPr>
                        <a:t>피드백 반영 내용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846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ZR_B28_EINA (semanticKey)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Draft List에서 초안/게시 상태 아이콘이 표시되지 않음 → @ObjectModel.semanticKey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846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생성 시점 차단 — 헤더(Loekz)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삭제 플래그(Loekz)가 설정된 채로 신규 구매정보 헤더 생성이 가능했음 → 생성 시점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846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생성 시점 차단 — 아이템(Loekz)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Item(EINE) 레벨에서도 동일한 문제 발생 → 생성 시점 검증 추가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79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sz="12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PlantName / Meins (readonly 보정)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30000"/>
                        </a:lnSpc>
                        <a:buFontTx/>
                        <a:buChar char="-"/>
                      </a:pPr>
                      <a:r>
                        <a:rPr lang="ko-KR" altLang="en-US" sz="1100" b="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Paperlogy 4 Regular"/>
                          <a:ea typeface="Paperlogy 4 Regular"/>
                          <a:cs typeface="Paperlogy 4 Regular"/>
                        </a:rPr>
                        <a:t>계산 필드(PlantName)와 구매단위(Meins)의 read-only 처리 범위가 누락됨 → get_instance_features 조건 보정</a:t>
                      </a:r>
                    </a:p>
                  </a:txBody>
                  <a:tcPr marL="91416" marR="91416" marT="45708" marB="45708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CodeBox"/>
          <p:cNvSpPr txBox="1"/>
          <p:nvPr/>
        </p:nvSpPr>
        <p:spPr>
          <a:xfrm>
            <a:off x="503871" y="4119820"/>
            <a:ext cx="5798490" cy="1403634"/>
          </a:xfrm>
          <a:prstGeom prst="rect">
            <a:avLst/>
          </a:prstGeom>
          <a:solidFill>
            <a:srgbClr val="F5F5F5"/>
          </a:solidFill>
          <a:ln w="9525">
            <a:solidFill>
              <a:srgbClr val="D0D0D0"/>
            </a:solidFill>
          </a:ln>
        </p:spPr>
        <p:txBody>
          <a:bodyPr wrap="square" lIns="89977" tIns="49987" rIns="59984" bIns="49987"/>
          <a:lstStyle/>
          <a:p>
            <a:pPr defTabSz="1088449" latinLnBrk="0"/>
            <a:r>
              <a:rPr lang="de-DE" sz="1050" b="1" dirty="0">
                <a:solidFill>
                  <a:srgbClr val="1F3A5F"/>
                </a:solidFill>
                <a:latin typeface="Paperlogy 5 Medium"/>
              </a:rPr>
              <a:t>@ObjectModel.semanticKey 추가 (ZR_B28_EINA)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@ObjectModel.semanticKey: ['Infnr']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define root view entity ZR_B28_EINA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  as select from ztb28eina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{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  key inf_uuid as InfUuid,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  infnr        as Infnr,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  ...</a:t>
            </a:r>
          </a:p>
          <a:p>
            <a:pPr defTabSz="1088449" latinLnBrk="0"/>
            <a:r>
              <a:rPr lang="de-DE" sz="950" dirty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503871" y="5568443"/>
            <a:ext cx="5798490" cy="519865"/>
          </a:xfrm>
          <a:prstGeom prst="rect">
            <a:avLst/>
          </a:prstGeom>
          <a:noFill/>
        </p:spPr>
        <p:txBody>
          <a:bodyPr wrap="square" lIns="89977" tIns="39990" rIns="59984" bIns="39990"/>
          <a:lstStyle/>
          <a:p>
            <a:pPr defTabSz="1088449" latinLnBrk="0"/>
            <a:r>
              <a:rPr lang="de-DE" sz="1000" i="1" dirty="0">
                <a:solidFill>
                  <a:srgbClr val="707070"/>
                </a:solidFill>
                <a:latin typeface="Paperlogy 4 Regular"/>
              </a:rPr>
              <a:t>💡 Draft 헤더·아이템 양쪽 모두 생성 시점에 삭제 플래그를 체크해야 '삭제 예정 상태의 신규 레코드'가 생기는 모순을 막을 수 있음</a:t>
            </a:r>
          </a:p>
        </p:txBody>
      </p:sp>
      <p:sp>
        <p:nvSpPr>
          <p:cNvPr id="6" name="CaptionLabel"/>
          <p:cNvSpPr txBox="1"/>
          <p:nvPr/>
        </p:nvSpPr>
        <p:spPr>
          <a:xfrm>
            <a:off x="6436447" y="1150594"/>
            <a:ext cx="5251685" cy="2769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defTabSz="1088449" latinLnBrk="0"/>
            <a:r>
              <a:rPr lang="de-DE" sz="1799" dirty="0">
                <a:solidFill>
                  <a:srgbClr val="000000"/>
                </a:solidFill>
                <a:latin typeface="Paperlogy 3 Light"/>
                <a:ea typeface="Paperlogy 3 Light"/>
                <a:cs typeface="Paperlogy 3 Light"/>
              </a:rPr>
              <a:t>* 캡쳐 안내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True&quot; Source=&quot;Group 4&quot; Layer=&quot;Group 4&quot; /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True&quot; Source=&quot;Group 5&quot; Layer=&quot;Group 5&quot; /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True&quot; Source=&quot;Harvey 8&quot; Layer=&quot;Harvey 8&quot; /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d5f66dcd-7c8d-4661-849b-23a9587c15e3&quot; /&gt;"/>
  <p:tag name="SP_POWERSHAPE" val="&lt;PowerShapeTag ClassVersion=&quot;0&quot; GUID=&quot;81f1f80b-b882-418d-8bbb-9c38d8d27274&quot; IsConsolidated=&quot;False&quot; IsTopLevel=&quot;True&quot; Layer=&quot;Harvey 100&quot; Source=&quot;Harvey 100&quot; /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0/100 [0]&quot; Source=&quot;Harvey 100&quot; /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/100 [1]&quot; Source=&quot;Harvey 100&quot; /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/100 [2]&quot; Source=&quot;Harvey 100&quot; /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/100 [3]&quot; Source=&quot;Harvey 100&quot; /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/100 [4]&quot; Source=&quot;Harvey 100&quot; /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/100 [5]&quot; Source=&quot;Harvey 100&quot; /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/100 [6]&quot; Source=&quot;Harvey 100&quot; /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/100 [7]&quot; Source=&quot;Harvey 100&quot; /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/100 [8]&quot; Source=&quot;Harvey 100&quot; /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/100 [9]&quot; Source=&quot;Harvey 100&quot; /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/100 [10]&quot; Source=&quot;Harvey 100&quot; /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1/100 [11]&quot; Source=&quot;Harvey 100&quot; /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2/100 [12]&quot; Source=&quot;Harvey 100&quot; /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3/100 [13]&quot; Source=&quot;Harvey 100&quot; /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4/100 [14]&quot; Source=&quot;Harvey 100&quot; /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5/100 [15]&quot; Source=&quot;Harvey 100&quot; /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6/100 [16]&quot; Source=&quot;Harvey 100&quot; /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7/100 [17]&quot; Source=&quot;Harvey 100&quot; /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8/100 [18]&quot; Source=&quot;Harvey 100&quot; /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9/100 [19]&quot; Source=&quot;Harvey 100&quot; /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0/100 [20]&quot; Source=&quot;Harvey 100&quot; /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1/100 [21]&quot; Source=&quot;Harvey 100&quot; /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2/100 [22]&quot; Source=&quot;Harvey 100&quot; /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3/100 [23]&quot; Source=&quot;Harvey 100&quot; /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4/100 [24]&quot; Source=&quot;Harvey 100&quot; /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5/100 [25]&quot; Source=&quot;Harvey 100&quot; /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6/100 [26]&quot; Source=&quot;Harvey 100&quot; /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7/100 [27]&quot; Source=&quot;Harvey 100&quot; /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8/100 [28]&quot; Source=&quot;Harvey 100&quot; /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29/100 [29]&quot; Source=&quot;Harvey 100&quot; /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0/100 [30]&quot; Source=&quot;Harvey 100&quot; /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1/100 [31]&quot; Source=&quot;Harvey 100&quot; /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2/100 [32]&quot; Source=&quot;Harvey 100&quot; /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3/100 [33]&quot; Source=&quot;Harvey 100&quot; /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4/100 [34]&quot; Source=&quot;Harvey 100&quot; /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5/100 [35]&quot; Source=&quot;Harvey 100&quot; /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6/100 [36]&quot; Source=&quot;Harvey 100&quot; /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7/100 [37]&quot; Source=&quot;Harvey 100&quot; /&gt;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8/100 [38]&quot; Source=&quot;Harvey 100&quot; /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39/100 [39]&quot; Source=&quot;Harvey 100&quot; /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0/100 [40]&quot; Source=&quot;Harvey 100&quot; /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1/100 [41]&quot; Source=&quot;Harvey 100&quot; /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2/100 [42]&quot; Source=&quot;Harvey 100&quot; /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3/100 [43]&quot; Source=&quot;Harvey 100&quot; /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4/100 [44]&quot; Source=&quot;Harvey 100&quot; /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5/100 [45]&quot; Source=&quot;Harvey 100&quot; /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6/100 [46]&quot; Source=&quot;Harvey 100&quot; /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7/100 [47]&quot; Source=&quot;Harvey 100&quot; /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8/100 [48]&quot; Source=&quot;Harvey 100&quot; /&gt;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49/100 [49]&quot; Source=&quot;Harvey 100&quot; /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0/100 [50]&quot; Source=&quot;Harvey 100&quot; /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1/100 [51]&quot; Source=&quot;Harvey 100&quot; /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2/100 [52]&quot; Source=&quot;Harvey 100&quot; /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3/100 [53]&quot; Source=&quot;Harvey 100&quot; /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4/100 [54]&quot; Source=&quot;Harvey 100&quot; /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5/100 [55]&quot; Source=&quot;Harvey 100&quot; /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6/100 [56]&quot; Source=&quot;Harvey 100&quot; /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7/100 [57]&quot; Source=&quot;Harvey 100&quot; /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8/100 [58]&quot; Source=&quot;Harvey 100&quot; /&gt;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59/100 [59]&quot; Source=&quot;Harvey 100&quot; /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0/100 [60]&quot; Source=&quot;Harvey 100&quot; /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1/100 [61]&quot; Source=&quot;Harvey 100&quot; /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2/100 [62]&quot; Source=&quot;Harvey 100&quot; /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3/100 [63]&quot; Source=&quot;Harvey 100&quot; /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4/100 [64]&quot; Source=&quot;Harvey 100&quot; /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5/100 [65]&quot; Source=&quot;Harvey 100&quot; /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6/100 [66]&quot; Source=&quot;Harvey 100&quot; /&gt;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7/100 [67]&quot; Source=&quot;Harvey 100&quot; /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8/100 [68]&quot; Source=&quot;Harvey 100&quot; /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69/100 [69]&quot; Source=&quot;Harvey 100&quot; /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0/100 [70]&quot; Source=&quot;Harvey 100&quot; /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1/100 [71]&quot; Source=&quot;Harvey 100&quot; /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2/100 [72]&quot; Source=&quot;Harvey 100&quot; /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3/100 [73]&quot; Source=&quot;Harvey 100&quot; /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4/100 [74]&quot; Source=&quot;Harvey 100&quot; /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5/100 [75]&quot; Source=&quot;Harvey 100&quot; /&gt;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6/100 [76]&quot; Source=&quot;Harvey 100&quot; /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7/100 [77]&quot; Source=&quot;Harvey 100&quot; /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8/100 [78]&quot; Source=&quot;Harvey 100&quot; /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79/100 [79]&quot; Source=&quot;Harvey 100&quot; /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0/100 [80]&quot; Source=&quot;Harvey 100&quot; /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1/100 [81]&quot; Source=&quot;Harvey 100&quot; /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2/100 [82]&quot; Source=&quot;Harvey 100&quot; /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3/100 [83]&quot; Source=&quot;Harvey 100&quot; /&gt;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4/100 [84]&quot; Source=&quot;Harvey 100&quot; /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5/100 [85]&quot; Source=&quot;Harvey 100&quot; /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6/100 [86]&quot; Source=&quot;Harvey 100&quot; /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7/100 [87]&quot; Source=&quot;Harvey 100&quot; /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8/100 [88]&quot; Source=&quot;Harvey 100&quot; /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89/100 [89]&quot; Source=&quot;Harvey 100&quot; /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0/100 [90]&quot; Source=&quot;Harvey 100&quot; /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1/100 [91]&quot; Source=&quot;Harvey 100&quot; /&gt;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2/100 [92]&quot; Source=&quot;Harvey 100&quot; /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3/100 [93]&quot; Source=&quot;Harvey 100&quot; /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4/100 [94]&quot; Source=&quot;Harvey 100&quot; /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5/100 [95]&quot; Source=&quot;Harvey 100&quot; /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6/100 [96]&quot; Source=&quot;Harvey 100&quot; /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7/100 [97]&quot; Source=&quot;Harvey 100&quot; /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8/100 [98]&quot; Source=&quot;Harvey 100&quot; /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99/100 [99]&quot; Source=&quot;Harvey 100&quot; /&gt;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POWERSHAPE" val="&lt;PowerShapeTag ClassVersion=&quot;0&quot; GUID=&quot;81f1f80b-b882-418d-8bbb-9c38d8d27274&quot; IsConsolidated=&quot;False&quot; IsTopLevel=&quot;False&quot; Layer=&quot;Harvey 100/100 [100]&quot; Source=&quot;Harvey 100&quot; /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0/8 [0]&quot; /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1/8 [1]&quot; /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2/8 [2]&quot; /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3/8 [3]&quot; /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4/8 [4]&quot; /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5/8 [5]&quot; /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6/8 [6]&quot; /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7/8 [7]&quot; /&gt;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3ac6243e-138b-4d24-9233-68986636b925&quot; /&gt;"/>
  <p:tag name="SP_POWERSHAPE" val="&lt;PowerShapeTag ClassVersion=&quot;0&quot; GUID=&quot;b4a0a1cc-0b52-49b0-80fe-c3d6b9aabd20&quot; IsConsolidated=&quot;False&quot; IsTopLevel=&quot;False&quot; Source=&quot;Harvey 8&quot; Layer=&quot;Harvey 8/8 [8]&quot; /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0/4 [0]&quot; /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1/4 [1]&quot; /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2/4 [2]&quot; /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3/4 [3]&quot; /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1f6e42f0-6172-48f1-b7b3-938d21934801&quot; /&gt;"/>
  <p:tag name="SP_POWERSHAPE" val="&lt;PowerShapeTag ClassVersion=&quot;0&quot; GUID=&quot;d49074d4-1016-448b-856a-9ab9e2544118&quot; IsConsolidated=&quot;False&quot; IsTopLevel=&quot;False&quot; Source=&quot;Group 5&quot; Layer=&quot;Harvey 4/4 [4]&quot; /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0/3 [0]&quot; /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1/3 [1]&quot; /&gt;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2/3 [2]&quot; /&gt;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P_LIBRARY" val="&lt;LibraryShapeTag ClassVersion=&quot;0&quot; GUID=&quot;2915f3e2-8299-477b-bc6f-b8374767579c&quot; /&gt;"/>
  <p:tag name="SP_POWERSHAPE" val="&lt;PowerShapeTag ClassVersion=&quot;0&quot; GUID=&quot;482b1744-6a2c-4e40-b634-2f3943210f4d&quot; IsConsolidated=&quot;False&quot; IsTopLevel=&quot;False&quot; Source=&quot;Group 4&quot; Layer=&quot;Harvey 3/3 [3]&quot; /&gt;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P 2022 16x9 white">
  <a:themeElements>
    <a:clrScheme name="SAP_colors_2018">
      <a:dk1>
        <a:srgbClr val="000000"/>
      </a:dk1>
      <a:lt1>
        <a:srgbClr val="FFFFFF"/>
      </a:lt1>
      <a:dk2>
        <a:srgbClr val="999999"/>
      </a:dk2>
      <a:lt2>
        <a:srgbClr val="CCCCCC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760A85"/>
      </a:accent6>
      <a:hlink>
        <a:srgbClr val="008FD3"/>
      </a:hlink>
      <a:folHlink>
        <a:srgbClr val="008FD3"/>
      </a:folHlink>
    </a:clrScheme>
    <a:fontScheme name="SAP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6" id="{6EE3CE7A-E618-354C-A911-C8B540FBF846}" vid="{D6A1CD9D-FAE1-404C-ADBB-39144CF68697}"/>
    </a:ext>
  </a:extLst>
</a:theme>
</file>

<file path=ppt/theme/theme3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2774</Words>
  <Application>Microsoft Office PowerPoint</Application>
  <PresentationFormat>와이드스크린</PresentationFormat>
  <Paragraphs>314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24</vt:i4>
      </vt:variant>
    </vt:vector>
  </HeadingPairs>
  <TitlesOfParts>
    <vt:vector size="38" baseType="lpstr">
      <vt:lpstr>Paperlogy 3 Light</vt:lpstr>
      <vt:lpstr>Symbol</vt:lpstr>
      <vt:lpstr>Courier New</vt:lpstr>
      <vt:lpstr>Arial Unicode MS</vt:lpstr>
      <vt:lpstr>Paperlogy 5 Medium</vt:lpstr>
      <vt:lpstr>Wingdings</vt:lpstr>
      <vt:lpstr>맑은 고딕</vt:lpstr>
      <vt:lpstr>Paperlogy 4 Regular</vt:lpstr>
      <vt:lpstr>Arial</vt:lpstr>
      <vt:lpstr>맑은 고딕</vt:lpstr>
      <vt:lpstr>Consolas</vt:lpstr>
      <vt:lpstr>Office 테마</vt:lpstr>
      <vt:lpstr>SAP 2022 16x9 white</vt:lpstr>
      <vt:lpstr>1_Office 테마</vt:lpstr>
      <vt:lpstr>PowerPoint 프레젠테이션</vt:lpstr>
      <vt:lpstr>1-1. 자재관리(MARA) 피드백 반영 사항 Draft List 화면 상태 인디케이터 미표시 문제 수정 — @ObjectModel.semanticKey 추가</vt:lpstr>
      <vt:lpstr>PowerPoint 프레젠테이션</vt:lpstr>
      <vt:lpstr>2-1. FI 계정관리(SKA1) 구현 진행 상황  1) ListPage 화면 – 완성도 100%</vt:lpstr>
      <vt:lpstr>2-2. FI 계정관리(SKA1) RAP 기능 추가 1) 조정계정구분 기본값 자동화 및 계정번호 중복 등록 방지</vt:lpstr>
      <vt:lpstr>2-3. FI 계정관리(SKA1) 기타 다른 사항_x005f_x000B_예) Reuse를 위한 View, Class(Method) 등 FS에 포함이 안된 내용 </vt:lpstr>
      <vt:lpstr>2-4. FI 계정관리(SKA1) 피드백 반영 사항 계정번호 중복체크 오탐 수정 및 필수값 검증 범위 확대</vt:lpstr>
      <vt:lpstr>PowerPoint 프레젠테이션</vt:lpstr>
      <vt:lpstr>3-1. 밴더관리(LFA1) 구현 진행 상황  1) ListPage 화면 – 완성도 100%</vt:lpstr>
      <vt:lpstr>3-1. 밴더관리(LFA1) RAP 기능 추가 1) 공급업체분류별 차등 자동채번 및 조정계정·최소주문금액 데이터 무결성 확보</vt:lpstr>
      <vt:lpstr>3-2. 밴더관리(LFA1) 기타 다른 사항_x005f_x000B_예) Reuse를 위한 View, Class(Method) 등 FS에 포함이 안된 내용 </vt:lpstr>
      <vt:lpstr>3-3. 밴더관리(LFA1) 피드백 반영 사항 Metadata Extension 어노테이션 누락 및 삭제 플래그 생성시점 차단 보정</vt:lpstr>
      <vt:lpstr>PowerPoint 프레젠테이션</vt:lpstr>
      <vt:lpstr>4-1. 회계계정결정관리(T030) 구현 진행 상황  1) ListPage 화면 – 완성도 100%</vt:lpstr>
      <vt:lpstr>4-2. 회계계정결정관리(T030) RAP 기능 추가 1) 회계결정코드별 이동유형·평가클래스 조합에 대한 비즈니스 룰 검증</vt:lpstr>
      <vt:lpstr>4-3. 회계계정결정관리(T030) 기타 다른 사항_x005f_x000B_예) Reuse를 위한 View, Class(Method) 등 FS에 포함이 안된 내용 </vt:lpstr>
      <vt:lpstr>4-4. 회계계정결정관리(T030) 피드백 반영 사항 이동유형·평가클래스 존재 여부에 대한 검증 로직 3건 추가</vt:lpstr>
      <vt:lpstr>PowerPoint 프레젠테이션</vt:lpstr>
      <vt:lpstr>5-1. 구매정보레코드관리(EINA/EINE) 구현 진행 상황  1) ListPage 화면 – 완성도 100%</vt:lpstr>
      <vt:lpstr>5-2. 구매정보레코드관리(EINA) Table Field 추가 1) ESOKZ(정보구분)·INFTXT(구매정보내역) 필드를 FS 지침에 따라 자체 판단으로 추가</vt:lpstr>
      <vt:lpstr>5-3. 구매정보레코드관리(EINA/EINE) RAP 기능 추가 1) Item 기본값 자동화 및 공급업체-자재 조합 중복 등록 방지</vt:lpstr>
      <vt:lpstr>5-4. 구매정보레코드관리(EINA/EINE) 기타 다른 사항_x005f_x000B_예) Reuse를 위한 View, Class(Method) 등 FS에 포함이 안된 내용 </vt:lpstr>
      <vt:lpstr>5-5. 구매정보레코드관리(EINA/EINE) 피드백 반영 ① — 메시지 처리 구조 개선 메시지 중복 누적 문제의 근본 원인 해결 및 Item 필수값 검증 추가</vt:lpstr>
      <vt:lpstr>5-6. 구매정보레코드관리(EINA/EINE) 피드백 반영 ② — Draft·필드 표시 보정 Draft List 인디케이터 및 읽기전용 필드 표시 오류 수정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MINJUN CHOI</dc:creator>
  <cp:lastModifiedBy>MINJUN CHOI</cp:lastModifiedBy>
  <cp:revision>4</cp:revision>
  <dcterms:created xsi:type="dcterms:W3CDTF">2026-08-31T00:56:23Z</dcterms:created>
  <dcterms:modified xsi:type="dcterms:W3CDTF">2026-10-11T22:35:44Z</dcterms:modified>
</cp:coreProperties>
</file>